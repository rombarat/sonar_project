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embeddings/Microsoft_Word_Document.docx" ContentType="application/vnd.openxmlformats-officedocument.wordprocessingml.document"/>
  <Override PartName="/ppt/media/image4.svg" ContentType="image/svg+xml"/>
  <Override PartName="/ppt/media/image6.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4"/>
  </p:sldMasterIdLst>
  <p:sldIdLst>
    <p:sldId id="256" r:id="rId5"/>
  </p:sldIdLst>
  <p:sldSz cx="35999738" cy="251999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9BAEE"/>
    <a:srgbClr val="F5F5F5"/>
    <a:srgbClr val="E3E3E3"/>
    <a:srgbClr val="DEDEDE"/>
    <a:srgbClr val="999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675"/>
  </p:normalViewPr>
  <p:slideViewPr>
    <p:cSldViewPr snapToGrid="0">
      <p:cViewPr>
        <p:scale>
          <a:sx n="33" d="100"/>
          <a:sy n="33" d="100"/>
        </p:scale>
        <p:origin x="1044" y="-588"/>
      </p:cViewPr>
      <p:guideLst/>
    </p:cSldViewPr>
  </p:slideViewPr>
  <p:notesTextViewPr>
    <p:cViewPr>
      <p:scale>
        <a:sx n="200" d="100"/>
        <a:sy n="2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699981" y="4124164"/>
            <a:ext cx="30599777" cy="8773325"/>
          </a:xfrm>
        </p:spPr>
        <p:txBody>
          <a:bodyPr anchor="b"/>
          <a:lstStyle>
            <a:lvl1pPr algn="ctr">
              <a:defRPr sz="22047"/>
            </a:lvl1pPr>
          </a:lstStyle>
          <a:p>
            <a:r>
              <a:rPr lang="en-US"/>
              <a:t>Click to edit Master title style</a:t>
            </a:r>
            <a:endParaRPr lang="en-US" dirty="0"/>
          </a:p>
        </p:txBody>
      </p:sp>
      <p:sp>
        <p:nvSpPr>
          <p:cNvPr id="3" name="Subtitle 2"/>
          <p:cNvSpPr>
            <a:spLocks noGrp="1"/>
          </p:cNvSpPr>
          <p:nvPr>
            <p:ph type="subTitle" idx="1"/>
          </p:nvPr>
        </p:nvSpPr>
        <p:spPr>
          <a:xfrm>
            <a:off x="4499967" y="13235822"/>
            <a:ext cx="26999804" cy="6084159"/>
          </a:xfrm>
        </p:spPr>
        <p:txBody>
          <a:bodyPr/>
          <a:lstStyle>
            <a:lvl1pPr marL="0" indent="0" algn="ctr">
              <a:buNone/>
              <a:defRPr sz="8819"/>
            </a:lvl1pPr>
            <a:lvl2pPr marL="1679981" indent="0" algn="ctr">
              <a:buNone/>
              <a:defRPr sz="7349"/>
            </a:lvl2pPr>
            <a:lvl3pPr marL="3359963" indent="0" algn="ctr">
              <a:buNone/>
              <a:defRPr sz="6614"/>
            </a:lvl3pPr>
            <a:lvl4pPr marL="5039944" indent="0" algn="ctr">
              <a:buNone/>
              <a:defRPr sz="5879"/>
            </a:lvl4pPr>
            <a:lvl5pPr marL="6719926" indent="0" algn="ctr">
              <a:buNone/>
              <a:defRPr sz="5879"/>
            </a:lvl5pPr>
            <a:lvl6pPr marL="8399907" indent="0" algn="ctr">
              <a:buNone/>
              <a:defRPr sz="5879"/>
            </a:lvl6pPr>
            <a:lvl7pPr marL="10079888" indent="0" algn="ctr">
              <a:buNone/>
              <a:defRPr sz="5879"/>
            </a:lvl7pPr>
            <a:lvl8pPr marL="11759870" indent="0" algn="ctr">
              <a:buNone/>
              <a:defRPr sz="5879"/>
            </a:lvl8pPr>
            <a:lvl9pPr marL="13439851" indent="0" algn="ctr">
              <a:buNone/>
              <a:defRPr sz="587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ABFBC8-CE72-EF49-83B3-C915A10C458B}"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B47542-D3D7-5F4D-9DA6-74C632914F3A}" type="slidenum">
              <a:rPr lang="en-US" smtClean="0"/>
              <a:t>‹#›</a:t>
            </a:fld>
            <a:endParaRPr lang="en-US"/>
          </a:p>
        </p:txBody>
      </p:sp>
    </p:spTree>
    <p:extLst>
      <p:ext uri="{BB962C8B-B14F-4D97-AF65-F5344CB8AC3E}">
        <p14:creationId xmlns:p14="http://schemas.microsoft.com/office/powerpoint/2010/main" val="888603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ABFBC8-CE72-EF49-83B3-C915A10C458B}"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B47542-D3D7-5F4D-9DA6-74C632914F3A}" type="slidenum">
              <a:rPr lang="en-US" smtClean="0"/>
              <a:t>‹#›</a:t>
            </a:fld>
            <a:endParaRPr lang="en-US"/>
          </a:p>
        </p:txBody>
      </p:sp>
    </p:spTree>
    <p:extLst>
      <p:ext uri="{BB962C8B-B14F-4D97-AF65-F5344CB8AC3E}">
        <p14:creationId xmlns:p14="http://schemas.microsoft.com/office/powerpoint/2010/main" val="2706720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56234" y="6282501"/>
            <a:ext cx="31049774" cy="10482488"/>
          </a:xfrm>
        </p:spPr>
        <p:txBody>
          <a:bodyPr anchor="b"/>
          <a:lstStyle>
            <a:lvl1pPr>
              <a:defRPr sz="22047"/>
            </a:lvl1pPr>
          </a:lstStyle>
          <a:p>
            <a:r>
              <a:rPr lang="en-US"/>
              <a:t>Click to edit Master title style</a:t>
            </a:r>
            <a:endParaRPr lang="en-US" dirty="0"/>
          </a:p>
        </p:txBody>
      </p:sp>
      <p:sp>
        <p:nvSpPr>
          <p:cNvPr id="3" name="Text Placeholder 2"/>
          <p:cNvSpPr>
            <a:spLocks noGrp="1"/>
          </p:cNvSpPr>
          <p:nvPr>
            <p:ph type="body" idx="1"/>
          </p:nvPr>
        </p:nvSpPr>
        <p:spPr>
          <a:xfrm>
            <a:off x="2456234" y="16864157"/>
            <a:ext cx="31049774" cy="5512493"/>
          </a:xfrm>
        </p:spPr>
        <p:txBody>
          <a:bodyPr/>
          <a:lstStyle>
            <a:lvl1pPr marL="0" indent="0">
              <a:buNone/>
              <a:defRPr sz="8819">
                <a:solidFill>
                  <a:schemeClr val="tx1">
                    <a:tint val="82000"/>
                  </a:schemeClr>
                </a:solidFill>
              </a:defRPr>
            </a:lvl1pPr>
            <a:lvl2pPr marL="1679981" indent="0">
              <a:buNone/>
              <a:defRPr sz="7349">
                <a:solidFill>
                  <a:schemeClr val="tx1">
                    <a:tint val="82000"/>
                  </a:schemeClr>
                </a:solidFill>
              </a:defRPr>
            </a:lvl2pPr>
            <a:lvl3pPr marL="3359963" indent="0">
              <a:buNone/>
              <a:defRPr sz="6614">
                <a:solidFill>
                  <a:schemeClr val="tx1">
                    <a:tint val="82000"/>
                  </a:schemeClr>
                </a:solidFill>
              </a:defRPr>
            </a:lvl3pPr>
            <a:lvl4pPr marL="5039944" indent="0">
              <a:buNone/>
              <a:defRPr sz="5879">
                <a:solidFill>
                  <a:schemeClr val="tx1">
                    <a:tint val="82000"/>
                  </a:schemeClr>
                </a:solidFill>
              </a:defRPr>
            </a:lvl4pPr>
            <a:lvl5pPr marL="6719926" indent="0">
              <a:buNone/>
              <a:defRPr sz="5879">
                <a:solidFill>
                  <a:schemeClr val="tx1">
                    <a:tint val="82000"/>
                  </a:schemeClr>
                </a:solidFill>
              </a:defRPr>
            </a:lvl5pPr>
            <a:lvl6pPr marL="8399907" indent="0">
              <a:buNone/>
              <a:defRPr sz="5879">
                <a:solidFill>
                  <a:schemeClr val="tx1">
                    <a:tint val="82000"/>
                  </a:schemeClr>
                </a:solidFill>
              </a:defRPr>
            </a:lvl6pPr>
            <a:lvl7pPr marL="10079888" indent="0">
              <a:buNone/>
              <a:defRPr sz="5879">
                <a:solidFill>
                  <a:schemeClr val="tx1">
                    <a:tint val="82000"/>
                  </a:schemeClr>
                </a:solidFill>
              </a:defRPr>
            </a:lvl7pPr>
            <a:lvl8pPr marL="11759870" indent="0">
              <a:buNone/>
              <a:defRPr sz="5879">
                <a:solidFill>
                  <a:schemeClr val="tx1">
                    <a:tint val="82000"/>
                  </a:schemeClr>
                </a:solidFill>
              </a:defRPr>
            </a:lvl8pPr>
            <a:lvl9pPr marL="13439851" indent="0">
              <a:buNone/>
              <a:defRPr sz="5879">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ABFBC8-CE72-EF49-83B3-C915A10C458B}"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B47542-D3D7-5F4D-9DA6-74C632914F3A}" type="slidenum">
              <a:rPr lang="en-US" smtClean="0"/>
              <a:t>‹#›</a:t>
            </a:fld>
            <a:endParaRPr lang="en-US"/>
          </a:p>
        </p:txBody>
      </p:sp>
    </p:spTree>
    <p:extLst>
      <p:ext uri="{BB962C8B-B14F-4D97-AF65-F5344CB8AC3E}">
        <p14:creationId xmlns:p14="http://schemas.microsoft.com/office/powerpoint/2010/main" val="273781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474982" y="6708326"/>
            <a:ext cx="15299889" cy="159891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8224867" y="6708326"/>
            <a:ext cx="15299889" cy="159891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ABFBC8-CE72-EF49-83B3-C915A10C458B}" type="datetimeFigureOut">
              <a:rPr lang="en-US" smtClean="0"/>
              <a:t>12/25/2025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B47542-D3D7-5F4D-9DA6-74C632914F3A}" type="slidenum">
              <a:rPr lang="en-US" smtClean="0"/>
              <a:t>‹#›</a:t>
            </a:fld>
            <a:endParaRPr lang="en-US"/>
          </a:p>
        </p:txBody>
      </p:sp>
    </p:spTree>
    <p:extLst>
      <p:ext uri="{BB962C8B-B14F-4D97-AF65-F5344CB8AC3E}">
        <p14:creationId xmlns:p14="http://schemas.microsoft.com/office/powerpoint/2010/main" val="1233521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479671" y="1341671"/>
            <a:ext cx="31049774" cy="4870830"/>
          </a:xfrm>
        </p:spPr>
        <p:txBody>
          <a:bodyPr/>
          <a:lstStyle/>
          <a:p>
            <a:r>
              <a:rPr lang="en-US"/>
              <a:t>Click to edit Master title style</a:t>
            </a:r>
            <a:endParaRPr lang="en-US" dirty="0"/>
          </a:p>
        </p:txBody>
      </p:sp>
      <p:sp>
        <p:nvSpPr>
          <p:cNvPr id="3" name="Text Placeholder 2"/>
          <p:cNvSpPr>
            <a:spLocks noGrp="1"/>
          </p:cNvSpPr>
          <p:nvPr>
            <p:ph type="body" idx="1"/>
          </p:nvPr>
        </p:nvSpPr>
        <p:spPr>
          <a:xfrm>
            <a:off x="2479675" y="6177496"/>
            <a:ext cx="15229574" cy="3027495"/>
          </a:xfrm>
        </p:spPr>
        <p:txBody>
          <a:bodyPr anchor="b"/>
          <a:lstStyle>
            <a:lvl1pPr marL="0" indent="0">
              <a:buNone/>
              <a:defRPr sz="8819" b="1"/>
            </a:lvl1pPr>
            <a:lvl2pPr marL="1679981" indent="0">
              <a:buNone/>
              <a:defRPr sz="7349" b="1"/>
            </a:lvl2pPr>
            <a:lvl3pPr marL="3359963" indent="0">
              <a:buNone/>
              <a:defRPr sz="6614" b="1"/>
            </a:lvl3pPr>
            <a:lvl4pPr marL="5039944" indent="0">
              <a:buNone/>
              <a:defRPr sz="5879" b="1"/>
            </a:lvl4pPr>
            <a:lvl5pPr marL="6719926" indent="0">
              <a:buNone/>
              <a:defRPr sz="5879" b="1"/>
            </a:lvl5pPr>
            <a:lvl6pPr marL="8399907" indent="0">
              <a:buNone/>
              <a:defRPr sz="5879" b="1"/>
            </a:lvl6pPr>
            <a:lvl7pPr marL="10079888" indent="0">
              <a:buNone/>
              <a:defRPr sz="5879" b="1"/>
            </a:lvl7pPr>
            <a:lvl8pPr marL="11759870" indent="0">
              <a:buNone/>
              <a:defRPr sz="5879" b="1"/>
            </a:lvl8pPr>
            <a:lvl9pPr marL="13439851" indent="0">
              <a:buNone/>
              <a:defRPr sz="5879" b="1"/>
            </a:lvl9pPr>
          </a:lstStyle>
          <a:p>
            <a:pPr lvl="0"/>
            <a:r>
              <a:rPr lang="en-US"/>
              <a:t>Click to edit Master text styles</a:t>
            </a:r>
          </a:p>
        </p:txBody>
      </p:sp>
      <p:sp>
        <p:nvSpPr>
          <p:cNvPr id="4" name="Content Placeholder 3"/>
          <p:cNvSpPr>
            <a:spLocks noGrp="1"/>
          </p:cNvSpPr>
          <p:nvPr>
            <p:ph sz="half" idx="2"/>
          </p:nvPr>
        </p:nvSpPr>
        <p:spPr>
          <a:xfrm>
            <a:off x="2479675" y="9204991"/>
            <a:ext cx="15229574" cy="135391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8224869" y="6177496"/>
            <a:ext cx="15304578" cy="3027495"/>
          </a:xfrm>
        </p:spPr>
        <p:txBody>
          <a:bodyPr anchor="b"/>
          <a:lstStyle>
            <a:lvl1pPr marL="0" indent="0">
              <a:buNone/>
              <a:defRPr sz="8819" b="1"/>
            </a:lvl1pPr>
            <a:lvl2pPr marL="1679981" indent="0">
              <a:buNone/>
              <a:defRPr sz="7349" b="1"/>
            </a:lvl2pPr>
            <a:lvl3pPr marL="3359963" indent="0">
              <a:buNone/>
              <a:defRPr sz="6614" b="1"/>
            </a:lvl3pPr>
            <a:lvl4pPr marL="5039944" indent="0">
              <a:buNone/>
              <a:defRPr sz="5879" b="1"/>
            </a:lvl4pPr>
            <a:lvl5pPr marL="6719926" indent="0">
              <a:buNone/>
              <a:defRPr sz="5879" b="1"/>
            </a:lvl5pPr>
            <a:lvl6pPr marL="8399907" indent="0">
              <a:buNone/>
              <a:defRPr sz="5879" b="1"/>
            </a:lvl6pPr>
            <a:lvl7pPr marL="10079888" indent="0">
              <a:buNone/>
              <a:defRPr sz="5879" b="1"/>
            </a:lvl7pPr>
            <a:lvl8pPr marL="11759870" indent="0">
              <a:buNone/>
              <a:defRPr sz="5879" b="1"/>
            </a:lvl8pPr>
            <a:lvl9pPr marL="13439851" indent="0">
              <a:buNone/>
              <a:defRPr sz="5879" b="1"/>
            </a:lvl9pPr>
          </a:lstStyle>
          <a:p>
            <a:pPr lvl="0"/>
            <a:r>
              <a:rPr lang="en-US"/>
              <a:t>Click to edit Master text styles</a:t>
            </a:r>
          </a:p>
        </p:txBody>
      </p:sp>
      <p:sp>
        <p:nvSpPr>
          <p:cNvPr id="6" name="Content Placeholder 5"/>
          <p:cNvSpPr>
            <a:spLocks noGrp="1"/>
          </p:cNvSpPr>
          <p:nvPr>
            <p:ph sz="quarter" idx="4"/>
          </p:nvPr>
        </p:nvSpPr>
        <p:spPr>
          <a:xfrm>
            <a:off x="18224869" y="9204991"/>
            <a:ext cx="15304578" cy="135391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ABFBC8-CE72-EF49-83B3-C915A10C458B}" type="datetimeFigureOut">
              <a:rPr lang="en-US" smtClean="0"/>
              <a:t>12/25/2025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B47542-D3D7-5F4D-9DA6-74C632914F3A}" type="slidenum">
              <a:rPr lang="en-US" smtClean="0"/>
              <a:t>‹#›</a:t>
            </a:fld>
            <a:endParaRPr lang="en-US"/>
          </a:p>
        </p:txBody>
      </p:sp>
    </p:spTree>
    <p:extLst>
      <p:ext uri="{BB962C8B-B14F-4D97-AF65-F5344CB8AC3E}">
        <p14:creationId xmlns:p14="http://schemas.microsoft.com/office/powerpoint/2010/main" val="2413641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ABFBC8-CE72-EF49-83B3-C915A10C458B}" type="datetimeFigureOut">
              <a:rPr lang="en-US" smtClean="0"/>
              <a:t>12/25/2025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B47542-D3D7-5F4D-9DA6-74C632914F3A}" type="slidenum">
              <a:rPr lang="en-US" smtClean="0"/>
              <a:t>‹#›</a:t>
            </a:fld>
            <a:endParaRPr lang="en-US"/>
          </a:p>
        </p:txBody>
      </p:sp>
    </p:spTree>
    <p:extLst>
      <p:ext uri="{BB962C8B-B14F-4D97-AF65-F5344CB8AC3E}">
        <p14:creationId xmlns:p14="http://schemas.microsoft.com/office/powerpoint/2010/main" val="669277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ABFBC8-CE72-EF49-83B3-C915A10C458B}" type="datetimeFigureOut">
              <a:rPr lang="en-US" smtClean="0"/>
              <a:t>12/25/2025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B47542-D3D7-5F4D-9DA6-74C632914F3A}" type="slidenum">
              <a:rPr lang="en-US" smtClean="0"/>
              <a:t>‹#›</a:t>
            </a:fld>
            <a:endParaRPr lang="en-US"/>
          </a:p>
        </p:txBody>
      </p:sp>
    </p:spTree>
    <p:extLst>
      <p:ext uri="{BB962C8B-B14F-4D97-AF65-F5344CB8AC3E}">
        <p14:creationId xmlns:p14="http://schemas.microsoft.com/office/powerpoint/2010/main" val="900056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79671" y="1679998"/>
            <a:ext cx="11610853" cy="5879994"/>
          </a:xfrm>
        </p:spPr>
        <p:txBody>
          <a:bodyPr anchor="b"/>
          <a:lstStyle>
            <a:lvl1pPr>
              <a:defRPr sz="11758"/>
            </a:lvl1pPr>
          </a:lstStyle>
          <a:p>
            <a:r>
              <a:rPr lang="en-US"/>
              <a:t>Click to edit Master title style</a:t>
            </a:r>
            <a:endParaRPr lang="en-US" dirty="0"/>
          </a:p>
        </p:txBody>
      </p:sp>
      <p:sp>
        <p:nvSpPr>
          <p:cNvPr id="3" name="Content Placeholder 2"/>
          <p:cNvSpPr>
            <a:spLocks noGrp="1"/>
          </p:cNvSpPr>
          <p:nvPr>
            <p:ph idx="1"/>
          </p:nvPr>
        </p:nvSpPr>
        <p:spPr>
          <a:xfrm>
            <a:off x="15304578" y="3628335"/>
            <a:ext cx="18224867" cy="17908316"/>
          </a:xfrm>
        </p:spPr>
        <p:txBody>
          <a:bodyPr/>
          <a:lstStyle>
            <a:lvl1pPr>
              <a:defRPr sz="11758"/>
            </a:lvl1pPr>
            <a:lvl2pPr>
              <a:defRPr sz="10289"/>
            </a:lvl2pPr>
            <a:lvl3pPr>
              <a:defRPr sz="8819"/>
            </a:lvl3pPr>
            <a:lvl4pPr>
              <a:defRPr sz="7349"/>
            </a:lvl4pPr>
            <a:lvl5pPr>
              <a:defRPr sz="7349"/>
            </a:lvl5pPr>
            <a:lvl6pPr>
              <a:defRPr sz="7349"/>
            </a:lvl6pPr>
            <a:lvl7pPr>
              <a:defRPr sz="7349"/>
            </a:lvl7pPr>
            <a:lvl8pPr>
              <a:defRPr sz="7349"/>
            </a:lvl8pPr>
            <a:lvl9pPr>
              <a:defRPr sz="734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479671" y="7559993"/>
            <a:ext cx="11610853" cy="14005821"/>
          </a:xfrm>
        </p:spPr>
        <p:txBody>
          <a:bodyPr/>
          <a:lstStyle>
            <a:lvl1pPr marL="0" indent="0">
              <a:buNone/>
              <a:defRPr sz="5879"/>
            </a:lvl1pPr>
            <a:lvl2pPr marL="1679981" indent="0">
              <a:buNone/>
              <a:defRPr sz="5144"/>
            </a:lvl2pPr>
            <a:lvl3pPr marL="3359963" indent="0">
              <a:buNone/>
              <a:defRPr sz="4409"/>
            </a:lvl3pPr>
            <a:lvl4pPr marL="5039944" indent="0">
              <a:buNone/>
              <a:defRPr sz="3674"/>
            </a:lvl4pPr>
            <a:lvl5pPr marL="6719926" indent="0">
              <a:buNone/>
              <a:defRPr sz="3674"/>
            </a:lvl5pPr>
            <a:lvl6pPr marL="8399907" indent="0">
              <a:buNone/>
              <a:defRPr sz="3674"/>
            </a:lvl6pPr>
            <a:lvl7pPr marL="10079888" indent="0">
              <a:buNone/>
              <a:defRPr sz="3674"/>
            </a:lvl7pPr>
            <a:lvl8pPr marL="11759870" indent="0">
              <a:buNone/>
              <a:defRPr sz="3674"/>
            </a:lvl8pPr>
            <a:lvl9pPr marL="13439851" indent="0">
              <a:buNone/>
              <a:defRPr sz="3674"/>
            </a:lvl9pPr>
          </a:lstStyle>
          <a:p>
            <a:pPr lvl="0"/>
            <a:r>
              <a:rPr lang="en-US"/>
              <a:t>Click to edit Master text styles</a:t>
            </a:r>
          </a:p>
        </p:txBody>
      </p:sp>
      <p:sp>
        <p:nvSpPr>
          <p:cNvPr id="5" name="Date Placeholder 4"/>
          <p:cNvSpPr>
            <a:spLocks noGrp="1"/>
          </p:cNvSpPr>
          <p:nvPr>
            <p:ph type="dt" sz="half" idx="10"/>
          </p:nvPr>
        </p:nvSpPr>
        <p:spPr/>
        <p:txBody>
          <a:bodyPr/>
          <a:lstStyle/>
          <a:p>
            <a:fld id="{C7ABFBC8-CE72-EF49-83B3-C915A10C458B}" type="datetimeFigureOut">
              <a:rPr lang="en-US" smtClean="0"/>
              <a:t>12/25/2025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B47542-D3D7-5F4D-9DA6-74C632914F3A}" type="slidenum">
              <a:rPr lang="en-US" smtClean="0"/>
              <a:t>‹#›</a:t>
            </a:fld>
            <a:endParaRPr lang="en-US"/>
          </a:p>
        </p:txBody>
      </p:sp>
    </p:spTree>
    <p:extLst>
      <p:ext uri="{BB962C8B-B14F-4D97-AF65-F5344CB8AC3E}">
        <p14:creationId xmlns:p14="http://schemas.microsoft.com/office/powerpoint/2010/main" val="472197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79671" y="1679998"/>
            <a:ext cx="11610853" cy="5879994"/>
          </a:xfrm>
        </p:spPr>
        <p:txBody>
          <a:bodyPr anchor="b"/>
          <a:lstStyle>
            <a:lvl1pPr>
              <a:defRPr sz="11758"/>
            </a:lvl1pPr>
          </a:lstStyle>
          <a:p>
            <a:r>
              <a:rPr lang="en-US"/>
              <a:t>Click to edit Master title style</a:t>
            </a:r>
            <a:endParaRPr lang="en-US" dirty="0"/>
          </a:p>
        </p:txBody>
      </p:sp>
      <p:sp>
        <p:nvSpPr>
          <p:cNvPr id="3" name="Picture Placeholder 2"/>
          <p:cNvSpPr>
            <a:spLocks noGrp="1" noChangeAspect="1"/>
          </p:cNvSpPr>
          <p:nvPr>
            <p:ph type="pic" idx="1"/>
          </p:nvPr>
        </p:nvSpPr>
        <p:spPr>
          <a:xfrm>
            <a:off x="15304578" y="3628335"/>
            <a:ext cx="18224867" cy="17908316"/>
          </a:xfrm>
        </p:spPr>
        <p:txBody>
          <a:bodyPr anchor="t"/>
          <a:lstStyle>
            <a:lvl1pPr marL="0" indent="0">
              <a:buNone/>
              <a:defRPr sz="11758"/>
            </a:lvl1pPr>
            <a:lvl2pPr marL="1679981" indent="0">
              <a:buNone/>
              <a:defRPr sz="10289"/>
            </a:lvl2pPr>
            <a:lvl3pPr marL="3359963" indent="0">
              <a:buNone/>
              <a:defRPr sz="8819"/>
            </a:lvl3pPr>
            <a:lvl4pPr marL="5039944" indent="0">
              <a:buNone/>
              <a:defRPr sz="7349"/>
            </a:lvl4pPr>
            <a:lvl5pPr marL="6719926" indent="0">
              <a:buNone/>
              <a:defRPr sz="7349"/>
            </a:lvl5pPr>
            <a:lvl6pPr marL="8399907" indent="0">
              <a:buNone/>
              <a:defRPr sz="7349"/>
            </a:lvl6pPr>
            <a:lvl7pPr marL="10079888" indent="0">
              <a:buNone/>
              <a:defRPr sz="7349"/>
            </a:lvl7pPr>
            <a:lvl8pPr marL="11759870" indent="0">
              <a:buNone/>
              <a:defRPr sz="7349"/>
            </a:lvl8pPr>
            <a:lvl9pPr marL="13439851" indent="0">
              <a:buNone/>
              <a:defRPr sz="7349"/>
            </a:lvl9pPr>
          </a:lstStyle>
          <a:p>
            <a:r>
              <a:rPr lang="en-US"/>
              <a:t>Click icon to add picture</a:t>
            </a:r>
            <a:endParaRPr lang="en-US" dirty="0"/>
          </a:p>
        </p:txBody>
      </p:sp>
      <p:sp>
        <p:nvSpPr>
          <p:cNvPr id="4" name="Text Placeholder 3"/>
          <p:cNvSpPr>
            <a:spLocks noGrp="1"/>
          </p:cNvSpPr>
          <p:nvPr>
            <p:ph type="body" sz="half" idx="2"/>
          </p:nvPr>
        </p:nvSpPr>
        <p:spPr>
          <a:xfrm>
            <a:off x="2479671" y="7559993"/>
            <a:ext cx="11610853" cy="14005821"/>
          </a:xfrm>
        </p:spPr>
        <p:txBody>
          <a:bodyPr/>
          <a:lstStyle>
            <a:lvl1pPr marL="0" indent="0">
              <a:buNone/>
              <a:defRPr sz="5879"/>
            </a:lvl1pPr>
            <a:lvl2pPr marL="1679981" indent="0">
              <a:buNone/>
              <a:defRPr sz="5144"/>
            </a:lvl2pPr>
            <a:lvl3pPr marL="3359963" indent="0">
              <a:buNone/>
              <a:defRPr sz="4409"/>
            </a:lvl3pPr>
            <a:lvl4pPr marL="5039944" indent="0">
              <a:buNone/>
              <a:defRPr sz="3674"/>
            </a:lvl4pPr>
            <a:lvl5pPr marL="6719926" indent="0">
              <a:buNone/>
              <a:defRPr sz="3674"/>
            </a:lvl5pPr>
            <a:lvl6pPr marL="8399907" indent="0">
              <a:buNone/>
              <a:defRPr sz="3674"/>
            </a:lvl6pPr>
            <a:lvl7pPr marL="10079888" indent="0">
              <a:buNone/>
              <a:defRPr sz="3674"/>
            </a:lvl7pPr>
            <a:lvl8pPr marL="11759870" indent="0">
              <a:buNone/>
              <a:defRPr sz="3674"/>
            </a:lvl8pPr>
            <a:lvl9pPr marL="13439851" indent="0">
              <a:buNone/>
              <a:defRPr sz="3674"/>
            </a:lvl9pPr>
          </a:lstStyle>
          <a:p>
            <a:pPr lvl="0"/>
            <a:r>
              <a:rPr lang="en-US"/>
              <a:t>Click to edit Master text styles</a:t>
            </a:r>
          </a:p>
        </p:txBody>
      </p:sp>
      <p:sp>
        <p:nvSpPr>
          <p:cNvPr id="5" name="Date Placeholder 4"/>
          <p:cNvSpPr>
            <a:spLocks noGrp="1"/>
          </p:cNvSpPr>
          <p:nvPr>
            <p:ph type="dt" sz="half" idx="10"/>
          </p:nvPr>
        </p:nvSpPr>
        <p:spPr/>
        <p:txBody>
          <a:bodyPr/>
          <a:lstStyle/>
          <a:p>
            <a:fld id="{C7ABFBC8-CE72-EF49-83B3-C915A10C458B}" type="datetimeFigureOut">
              <a:rPr lang="en-US" smtClean="0"/>
              <a:t>12/25/2025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B47542-D3D7-5F4D-9DA6-74C632914F3A}" type="slidenum">
              <a:rPr lang="en-US" smtClean="0"/>
              <a:t>‹#›</a:t>
            </a:fld>
            <a:endParaRPr lang="en-US"/>
          </a:p>
        </p:txBody>
      </p:sp>
    </p:spTree>
    <p:extLst>
      <p:ext uri="{BB962C8B-B14F-4D97-AF65-F5344CB8AC3E}">
        <p14:creationId xmlns:p14="http://schemas.microsoft.com/office/powerpoint/2010/main" val="17775062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ABFBC8-CE72-EF49-83B3-C915A10C458B}"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B47542-D3D7-5F4D-9DA6-74C632914F3A}" type="slidenum">
              <a:rPr lang="en-US" smtClean="0"/>
              <a:t>‹#›</a:t>
            </a:fld>
            <a:endParaRPr lang="en-US"/>
          </a:p>
        </p:txBody>
      </p:sp>
    </p:spTree>
    <p:extLst>
      <p:ext uri="{BB962C8B-B14F-4D97-AF65-F5344CB8AC3E}">
        <p14:creationId xmlns:p14="http://schemas.microsoft.com/office/powerpoint/2010/main" val="1983775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5762314" y="1341665"/>
            <a:ext cx="7762444" cy="2135581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474984" y="1341665"/>
            <a:ext cx="22837334" cy="2135581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ABFBC8-CE72-EF49-83B3-C915A10C458B}"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B47542-D3D7-5F4D-9DA6-74C632914F3A}" type="slidenum">
              <a:rPr lang="en-US" smtClean="0"/>
              <a:t>‹#›</a:t>
            </a:fld>
            <a:endParaRPr lang="en-US"/>
          </a:p>
        </p:txBody>
      </p:sp>
    </p:spTree>
    <p:extLst>
      <p:ext uri="{BB962C8B-B14F-4D97-AF65-F5344CB8AC3E}">
        <p14:creationId xmlns:p14="http://schemas.microsoft.com/office/powerpoint/2010/main" val="401216484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474982" y="1341671"/>
            <a:ext cx="31049774" cy="487083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474982" y="6708326"/>
            <a:ext cx="31049774" cy="1598915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474982" y="23356649"/>
            <a:ext cx="8099941" cy="1341665"/>
          </a:xfrm>
          <a:prstGeom prst="rect">
            <a:avLst/>
          </a:prstGeom>
        </p:spPr>
        <p:txBody>
          <a:bodyPr vert="horz" lIns="91440" tIns="45720" rIns="91440" bIns="45720" rtlCol="0" anchor="ctr"/>
          <a:lstStyle>
            <a:lvl1pPr algn="l">
              <a:defRPr sz="4409">
                <a:solidFill>
                  <a:schemeClr val="tx1">
                    <a:tint val="82000"/>
                  </a:schemeClr>
                </a:solidFill>
              </a:defRPr>
            </a:lvl1pPr>
          </a:lstStyle>
          <a:p>
            <a:fld id="{C7ABFBC8-CE72-EF49-83B3-C915A10C458B}" type="datetimeFigureOut">
              <a:rPr lang="en-US" smtClean="0"/>
              <a:t>12/25/2025</a:t>
            </a:fld>
            <a:endParaRPr lang="en-US"/>
          </a:p>
        </p:txBody>
      </p:sp>
      <p:sp>
        <p:nvSpPr>
          <p:cNvPr id="5" name="Footer Placeholder 4"/>
          <p:cNvSpPr>
            <a:spLocks noGrp="1"/>
          </p:cNvSpPr>
          <p:nvPr>
            <p:ph type="ftr" sz="quarter" idx="3"/>
          </p:nvPr>
        </p:nvSpPr>
        <p:spPr>
          <a:xfrm>
            <a:off x="11924913" y="23356649"/>
            <a:ext cx="12149912" cy="1341665"/>
          </a:xfrm>
          <a:prstGeom prst="rect">
            <a:avLst/>
          </a:prstGeom>
        </p:spPr>
        <p:txBody>
          <a:bodyPr vert="horz" lIns="91440" tIns="45720" rIns="91440" bIns="45720" rtlCol="0" anchor="ctr"/>
          <a:lstStyle>
            <a:lvl1pPr algn="ctr">
              <a:defRPr sz="4409">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5424815" y="23356649"/>
            <a:ext cx="8099941" cy="1341665"/>
          </a:xfrm>
          <a:prstGeom prst="rect">
            <a:avLst/>
          </a:prstGeom>
        </p:spPr>
        <p:txBody>
          <a:bodyPr vert="horz" lIns="91440" tIns="45720" rIns="91440" bIns="45720" rtlCol="0" anchor="ctr"/>
          <a:lstStyle>
            <a:lvl1pPr algn="r">
              <a:defRPr sz="4409">
                <a:solidFill>
                  <a:schemeClr val="tx1">
                    <a:tint val="82000"/>
                  </a:schemeClr>
                </a:solidFill>
              </a:defRPr>
            </a:lvl1pPr>
          </a:lstStyle>
          <a:p>
            <a:fld id="{C3B47542-D3D7-5F4D-9DA6-74C632914F3A}" type="slidenum">
              <a:rPr lang="en-US" smtClean="0"/>
              <a:t>‹#›</a:t>
            </a:fld>
            <a:endParaRPr lang="en-US"/>
          </a:p>
        </p:txBody>
      </p:sp>
    </p:spTree>
    <p:extLst>
      <p:ext uri="{BB962C8B-B14F-4D97-AF65-F5344CB8AC3E}">
        <p14:creationId xmlns:p14="http://schemas.microsoft.com/office/powerpoint/2010/main" val="815724443"/>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3359963" rtl="0" eaLnBrk="1" latinLnBrk="0" hangingPunct="1">
        <a:lnSpc>
          <a:spcPct val="90000"/>
        </a:lnSpc>
        <a:spcBef>
          <a:spcPct val="0"/>
        </a:spcBef>
        <a:buNone/>
        <a:defRPr sz="16168" kern="1200">
          <a:solidFill>
            <a:schemeClr val="tx1"/>
          </a:solidFill>
          <a:latin typeface="+mj-lt"/>
          <a:ea typeface="+mj-ea"/>
          <a:cs typeface="+mj-cs"/>
        </a:defRPr>
      </a:lvl1pPr>
    </p:titleStyle>
    <p:bodyStyle>
      <a:lvl1pPr marL="839991" indent="-839991" algn="l" defTabSz="3359963" rtl="0" eaLnBrk="1" latinLnBrk="0" hangingPunct="1">
        <a:lnSpc>
          <a:spcPct val="90000"/>
        </a:lnSpc>
        <a:spcBef>
          <a:spcPts val="3674"/>
        </a:spcBef>
        <a:buFont typeface="Arial" panose="020B0604020202020204" pitchFamily="34" charset="0"/>
        <a:buChar char="•"/>
        <a:defRPr sz="10289" kern="1200">
          <a:solidFill>
            <a:schemeClr val="tx1"/>
          </a:solidFill>
          <a:latin typeface="+mn-lt"/>
          <a:ea typeface="+mn-ea"/>
          <a:cs typeface="+mn-cs"/>
        </a:defRPr>
      </a:lvl1pPr>
      <a:lvl2pPr marL="2519972" indent="-839991" algn="l" defTabSz="3359963" rtl="0" eaLnBrk="1" latinLnBrk="0" hangingPunct="1">
        <a:lnSpc>
          <a:spcPct val="90000"/>
        </a:lnSpc>
        <a:spcBef>
          <a:spcPts val="1837"/>
        </a:spcBef>
        <a:buFont typeface="Arial" panose="020B0604020202020204" pitchFamily="34" charset="0"/>
        <a:buChar char="•"/>
        <a:defRPr sz="8819" kern="1200">
          <a:solidFill>
            <a:schemeClr val="tx1"/>
          </a:solidFill>
          <a:latin typeface="+mn-lt"/>
          <a:ea typeface="+mn-ea"/>
          <a:cs typeface="+mn-cs"/>
        </a:defRPr>
      </a:lvl2pPr>
      <a:lvl3pPr marL="4199954" indent="-839991" algn="l" defTabSz="3359963" rtl="0" eaLnBrk="1" latinLnBrk="0" hangingPunct="1">
        <a:lnSpc>
          <a:spcPct val="90000"/>
        </a:lnSpc>
        <a:spcBef>
          <a:spcPts val="1837"/>
        </a:spcBef>
        <a:buFont typeface="Arial" panose="020B0604020202020204" pitchFamily="34" charset="0"/>
        <a:buChar char="•"/>
        <a:defRPr sz="7349" kern="1200">
          <a:solidFill>
            <a:schemeClr val="tx1"/>
          </a:solidFill>
          <a:latin typeface="+mn-lt"/>
          <a:ea typeface="+mn-ea"/>
          <a:cs typeface="+mn-cs"/>
        </a:defRPr>
      </a:lvl3pPr>
      <a:lvl4pPr marL="5879935" indent="-839991" algn="l" defTabSz="3359963" rtl="0" eaLnBrk="1" latinLnBrk="0" hangingPunct="1">
        <a:lnSpc>
          <a:spcPct val="90000"/>
        </a:lnSpc>
        <a:spcBef>
          <a:spcPts val="1837"/>
        </a:spcBef>
        <a:buFont typeface="Arial" panose="020B0604020202020204" pitchFamily="34" charset="0"/>
        <a:buChar char="•"/>
        <a:defRPr sz="6614" kern="1200">
          <a:solidFill>
            <a:schemeClr val="tx1"/>
          </a:solidFill>
          <a:latin typeface="+mn-lt"/>
          <a:ea typeface="+mn-ea"/>
          <a:cs typeface="+mn-cs"/>
        </a:defRPr>
      </a:lvl4pPr>
      <a:lvl5pPr marL="7559916" indent="-839991" algn="l" defTabSz="3359963" rtl="0" eaLnBrk="1" latinLnBrk="0" hangingPunct="1">
        <a:lnSpc>
          <a:spcPct val="90000"/>
        </a:lnSpc>
        <a:spcBef>
          <a:spcPts val="1837"/>
        </a:spcBef>
        <a:buFont typeface="Arial" panose="020B0604020202020204" pitchFamily="34" charset="0"/>
        <a:buChar char="•"/>
        <a:defRPr sz="6614" kern="1200">
          <a:solidFill>
            <a:schemeClr val="tx1"/>
          </a:solidFill>
          <a:latin typeface="+mn-lt"/>
          <a:ea typeface="+mn-ea"/>
          <a:cs typeface="+mn-cs"/>
        </a:defRPr>
      </a:lvl5pPr>
      <a:lvl6pPr marL="9239898" indent="-839991" algn="l" defTabSz="3359963" rtl="0" eaLnBrk="1" latinLnBrk="0" hangingPunct="1">
        <a:lnSpc>
          <a:spcPct val="90000"/>
        </a:lnSpc>
        <a:spcBef>
          <a:spcPts val="1837"/>
        </a:spcBef>
        <a:buFont typeface="Arial" panose="020B0604020202020204" pitchFamily="34" charset="0"/>
        <a:buChar char="•"/>
        <a:defRPr sz="6614" kern="1200">
          <a:solidFill>
            <a:schemeClr val="tx1"/>
          </a:solidFill>
          <a:latin typeface="+mn-lt"/>
          <a:ea typeface="+mn-ea"/>
          <a:cs typeface="+mn-cs"/>
        </a:defRPr>
      </a:lvl6pPr>
      <a:lvl7pPr marL="10919879" indent="-839991" algn="l" defTabSz="3359963" rtl="0" eaLnBrk="1" latinLnBrk="0" hangingPunct="1">
        <a:lnSpc>
          <a:spcPct val="90000"/>
        </a:lnSpc>
        <a:spcBef>
          <a:spcPts val="1837"/>
        </a:spcBef>
        <a:buFont typeface="Arial" panose="020B0604020202020204" pitchFamily="34" charset="0"/>
        <a:buChar char="•"/>
        <a:defRPr sz="6614" kern="1200">
          <a:solidFill>
            <a:schemeClr val="tx1"/>
          </a:solidFill>
          <a:latin typeface="+mn-lt"/>
          <a:ea typeface="+mn-ea"/>
          <a:cs typeface="+mn-cs"/>
        </a:defRPr>
      </a:lvl7pPr>
      <a:lvl8pPr marL="12599861" indent="-839991" algn="l" defTabSz="3359963" rtl="0" eaLnBrk="1" latinLnBrk="0" hangingPunct="1">
        <a:lnSpc>
          <a:spcPct val="90000"/>
        </a:lnSpc>
        <a:spcBef>
          <a:spcPts val="1837"/>
        </a:spcBef>
        <a:buFont typeface="Arial" panose="020B0604020202020204" pitchFamily="34" charset="0"/>
        <a:buChar char="•"/>
        <a:defRPr sz="6614" kern="1200">
          <a:solidFill>
            <a:schemeClr val="tx1"/>
          </a:solidFill>
          <a:latin typeface="+mn-lt"/>
          <a:ea typeface="+mn-ea"/>
          <a:cs typeface="+mn-cs"/>
        </a:defRPr>
      </a:lvl8pPr>
      <a:lvl9pPr marL="14279842" indent="-839991" algn="l" defTabSz="3359963" rtl="0" eaLnBrk="1" latinLnBrk="0" hangingPunct="1">
        <a:lnSpc>
          <a:spcPct val="90000"/>
        </a:lnSpc>
        <a:spcBef>
          <a:spcPts val="1837"/>
        </a:spcBef>
        <a:buFont typeface="Arial" panose="020B0604020202020204" pitchFamily="34" charset="0"/>
        <a:buChar char="•"/>
        <a:defRPr sz="6614" kern="1200">
          <a:solidFill>
            <a:schemeClr val="tx1"/>
          </a:solidFill>
          <a:latin typeface="+mn-lt"/>
          <a:ea typeface="+mn-ea"/>
          <a:cs typeface="+mn-cs"/>
        </a:defRPr>
      </a:lvl9pPr>
    </p:bodyStyle>
    <p:otherStyle>
      <a:defPPr>
        <a:defRPr lang="en-US"/>
      </a:defPPr>
      <a:lvl1pPr marL="0" algn="l" defTabSz="3359963" rtl="0" eaLnBrk="1" latinLnBrk="0" hangingPunct="1">
        <a:defRPr sz="6614" kern="1200">
          <a:solidFill>
            <a:schemeClr val="tx1"/>
          </a:solidFill>
          <a:latin typeface="+mn-lt"/>
          <a:ea typeface="+mn-ea"/>
          <a:cs typeface="+mn-cs"/>
        </a:defRPr>
      </a:lvl1pPr>
      <a:lvl2pPr marL="1679981" algn="l" defTabSz="3359963" rtl="0" eaLnBrk="1" latinLnBrk="0" hangingPunct="1">
        <a:defRPr sz="6614" kern="1200">
          <a:solidFill>
            <a:schemeClr val="tx1"/>
          </a:solidFill>
          <a:latin typeface="+mn-lt"/>
          <a:ea typeface="+mn-ea"/>
          <a:cs typeface="+mn-cs"/>
        </a:defRPr>
      </a:lvl2pPr>
      <a:lvl3pPr marL="3359963" algn="l" defTabSz="3359963" rtl="0" eaLnBrk="1" latinLnBrk="0" hangingPunct="1">
        <a:defRPr sz="6614" kern="1200">
          <a:solidFill>
            <a:schemeClr val="tx1"/>
          </a:solidFill>
          <a:latin typeface="+mn-lt"/>
          <a:ea typeface="+mn-ea"/>
          <a:cs typeface="+mn-cs"/>
        </a:defRPr>
      </a:lvl3pPr>
      <a:lvl4pPr marL="5039944" algn="l" defTabSz="3359963" rtl="0" eaLnBrk="1" latinLnBrk="0" hangingPunct="1">
        <a:defRPr sz="6614" kern="1200">
          <a:solidFill>
            <a:schemeClr val="tx1"/>
          </a:solidFill>
          <a:latin typeface="+mn-lt"/>
          <a:ea typeface="+mn-ea"/>
          <a:cs typeface="+mn-cs"/>
        </a:defRPr>
      </a:lvl4pPr>
      <a:lvl5pPr marL="6719926" algn="l" defTabSz="3359963" rtl="0" eaLnBrk="1" latinLnBrk="0" hangingPunct="1">
        <a:defRPr sz="6614" kern="1200">
          <a:solidFill>
            <a:schemeClr val="tx1"/>
          </a:solidFill>
          <a:latin typeface="+mn-lt"/>
          <a:ea typeface="+mn-ea"/>
          <a:cs typeface="+mn-cs"/>
        </a:defRPr>
      </a:lvl5pPr>
      <a:lvl6pPr marL="8399907" algn="l" defTabSz="3359963" rtl="0" eaLnBrk="1" latinLnBrk="0" hangingPunct="1">
        <a:defRPr sz="6614" kern="1200">
          <a:solidFill>
            <a:schemeClr val="tx1"/>
          </a:solidFill>
          <a:latin typeface="+mn-lt"/>
          <a:ea typeface="+mn-ea"/>
          <a:cs typeface="+mn-cs"/>
        </a:defRPr>
      </a:lvl6pPr>
      <a:lvl7pPr marL="10079888" algn="l" defTabSz="3359963" rtl="0" eaLnBrk="1" latinLnBrk="0" hangingPunct="1">
        <a:defRPr sz="6614" kern="1200">
          <a:solidFill>
            <a:schemeClr val="tx1"/>
          </a:solidFill>
          <a:latin typeface="+mn-lt"/>
          <a:ea typeface="+mn-ea"/>
          <a:cs typeface="+mn-cs"/>
        </a:defRPr>
      </a:lvl7pPr>
      <a:lvl8pPr marL="11759870" algn="l" defTabSz="3359963" rtl="0" eaLnBrk="1" latinLnBrk="0" hangingPunct="1">
        <a:defRPr sz="6614" kern="1200">
          <a:solidFill>
            <a:schemeClr val="tx1"/>
          </a:solidFill>
          <a:latin typeface="+mn-lt"/>
          <a:ea typeface="+mn-ea"/>
          <a:cs typeface="+mn-cs"/>
        </a:defRPr>
      </a:lvl8pPr>
      <a:lvl9pPr marL="13439851" algn="l" defTabSz="3359963" rtl="0" eaLnBrk="1" latinLnBrk="0" hangingPunct="1">
        <a:defRPr sz="661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 Id="rId7" Type="http://schemas.openxmlformats.org/officeDocument/2006/relationships/image" Target="../media/image6.svg"/><Relationship Id="rId8" Type="http://schemas.openxmlformats.org/officeDocument/2006/relationships/image" Target="../media/image7.png"/><Relationship Id="rId9" Type="http://schemas.openxmlformats.org/officeDocument/2006/relationships/image" Target="../media/image8.emf"/><Relationship Id="rId10" Type="http://schemas.openxmlformats.org/officeDocument/2006/relationships/package" Target="../embeddings/Microsoft_Word_Document.docx"/><Relationship Id="rId11" Type="http://schemas.openxmlformats.org/officeDocument/2006/relationships/image" Target="../media/image9.emf"/><Relationship Id="rId12" Type="http://schemas.openxmlformats.org/officeDocument/2006/relationships/image" Target="../media/image10.png"/><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png"/><Relationship Id="rId16"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EA173A7C-98D4-662B-E91A-3ACB12211150}"/>
              </a:ext>
            </a:extLst>
          </p:cNvPr>
          <p:cNvSpPr>
            <a:spLocks noGrp="1" noRot="1" noMove="1" noResize="1" noEditPoints="1" noAdjustHandles="1" noChangeArrowheads="1" noChangeShapeType="1"/>
          </p:cNvSpPr>
          <p:nvPr/>
        </p:nvSpPr>
        <p:spPr>
          <a:xfrm rot="10800000">
            <a:off x="24078827" y="12725249"/>
            <a:ext cx="11752653" cy="12455090"/>
          </a:xfrm>
          <a:custGeom>
            <a:avLst/>
            <a:gdLst>
              <a:gd name="connsiteX0" fmla="*/ 0 w 8312682"/>
              <a:gd name="connsiteY0" fmla="*/ 0 h 8809518"/>
              <a:gd name="connsiteX1" fmla="*/ 8312682 w 8312682"/>
              <a:gd name="connsiteY1" fmla="*/ 0 h 8809518"/>
              <a:gd name="connsiteX2" fmla="*/ 8248871 w 8312682"/>
              <a:gd name="connsiteY2" fmla="*/ 357325 h 8809518"/>
              <a:gd name="connsiteX3" fmla="*/ 264970 w 8312682"/>
              <a:gd name="connsiteY3" fmla="*/ 8748363 h 8809518"/>
              <a:gd name="connsiteX4" fmla="*/ 0 w 8312682"/>
              <a:gd name="connsiteY4" fmla="*/ 8809518 h 8809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12682" h="8809518">
                <a:moveTo>
                  <a:pt x="0" y="0"/>
                </a:moveTo>
                <a:lnTo>
                  <a:pt x="8312682" y="0"/>
                </a:lnTo>
                <a:lnTo>
                  <a:pt x="8248871" y="357325"/>
                </a:lnTo>
                <a:cubicBezTo>
                  <a:pt x="7410895" y="4452411"/>
                  <a:pt x="4284949" y="7714069"/>
                  <a:pt x="264970" y="8748363"/>
                </a:cubicBezTo>
                <a:lnTo>
                  <a:pt x="0" y="8809518"/>
                </a:lnTo>
                <a:close/>
              </a:path>
            </a:pathLst>
          </a:cu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037"/>
          </a:p>
        </p:txBody>
      </p:sp>
      <p:sp>
        <p:nvSpPr>
          <p:cNvPr id="22" name="Rectangle 21">
            <a:extLst>
              <a:ext uri="{FF2B5EF4-FFF2-40B4-BE49-F238E27FC236}">
                <a16:creationId xmlns:a16="http://schemas.microsoft.com/office/drawing/2014/main" id="{70B3848E-C944-BA94-F84E-17ACF958EB4A}"/>
              </a:ext>
            </a:extLst>
          </p:cNvPr>
          <p:cNvSpPr>
            <a:spLocks/>
          </p:cNvSpPr>
          <p:nvPr/>
        </p:nvSpPr>
        <p:spPr>
          <a:xfrm>
            <a:off x="24029965" y="5703864"/>
            <a:ext cx="11160000" cy="17828842"/>
          </a:xfrm>
          <a:prstGeom prst="rect">
            <a:avLst/>
          </a:prstGeom>
          <a:solidFill>
            <a:srgbClr val="F5F5F5">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defTabSz="2519995">
              <a:defRPr/>
            </a:pPr>
            <a:endParaRPr lang="en-US" sz="34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9A1BDC1F-4253-93BE-E909-D2E3E16B33BD}"/>
              </a:ext>
            </a:extLst>
          </p:cNvPr>
          <p:cNvPicPr>
            <a:picLocks noGrp="1" noRot="1" noChangeAspect="1" noMove="1" noResize="1" noEditPoints="1" noAdjustHandles="1" noChangeArrowheads="1" noChangeShapeType="1" noCrop="1"/>
          </p:cNvPicPr>
          <p:nvPr/>
        </p:nvPicPr>
        <p:blipFill>
          <a:blip r:embed="rId2"/>
          <a:stretch>
            <a:fillRect/>
          </a:stretch>
        </p:blipFill>
        <p:spPr>
          <a:xfrm>
            <a:off x="162644" y="23773252"/>
            <a:ext cx="35651367" cy="1407088"/>
          </a:xfrm>
          <a:prstGeom prst="rect">
            <a:avLst/>
          </a:prstGeom>
        </p:spPr>
      </p:pic>
      <p:sp>
        <p:nvSpPr>
          <p:cNvPr id="12" name="Freeform 11">
            <a:extLst>
              <a:ext uri="{FF2B5EF4-FFF2-40B4-BE49-F238E27FC236}">
                <a16:creationId xmlns:a16="http://schemas.microsoft.com/office/drawing/2014/main" id="{16CA00FE-82B9-8932-EFAB-2706DD59754C}"/>
              </a:ext>
            </a:extLst>
          </p:cNvPr>
          <p:cNvSpPr>
            <a:spLocks/>
          </p:cNvSpPr>
          <p:nvPr/>
        </p:nvSpPr>
        <p:spPr>
          <a:xfrm>
            <a:off x="185731" y="5039"/>
            <a:ext cx="11752653" cy="12455090"/>
          </a:xfrm>
          <a:custGeom>
            <a:avLst/>
            <a:gdLst>
              <a:gd name="connsiteX0" fmla="*/ 0 w 8312682"/>
              <a:gd name="connsiteY0" fmla="*/ 0 h 8809518"/>
              <a:gd name="connsiteX1" fmla="*/ 8312682 w 8312682"/>
              <a:gd name="connsiteY1" fmla="*/ 0 h 8809518"/>
              <a:gd name="connsiteX2" fmla="*/ 8248871 w 8312682"/>
              <a:gd name="connsiteY2" fmla="*/ 357325 h 8809518"/>
              <a:gd name="connsiteX3" fmla="*/ 264970 w 8312682"/>
              <a:gd name="connsiteY3" fmla="*/ 8748363 h 8809518"/>
              <a:gd name="connsiteX4" fmla="*/ 0 w 8312682"/>
              <a:gd name="connsiteY4" fmla="*/ 8809518 h 8809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12682" h="8809518">
                <a:moveTo>
                  <a:pt x="0" y="0"/>
                </a:moveTo>
                <a:lnTo>
                  <a:pt x="8312682" y="0"/>
                </a:lnTo>
                <a:lnTo>
                  <a:pt x="8248871" y="357325"/>
                </a:lnTo>
                <a:cubicBezTo>
                  <a:pt x="7410895" y="4452411"/>
                  <a:pt x="4284949" y="7714069"/>
                  <a:pt x="264970" y="8748363"/>
                </a:cubicBezTo>
                <a:lnTo>
                  <a:pt x="0" y="8809518"/>
                </a:lnTo>
                <a:close/>
              </a:path>
            </a:pathLst>
          </a:custGeom>
          <a:solidFill>
            <a:srgbClr val="E3E3E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46357" rtl="1"/>
            <a:endParaRPr lang="en-US" sz="3037"/>
          </a:p>
        </p:txBody>
      </p:sp>
      <p:grpSp>
        <p:nvGrpSpPr>
          <p:cNvPr id="8" name="Group 7">
            <a:extLst>
              <a:ext uri="{FF2B5EF4-FFF2-40B4-BE49-F238E27FC236}">
                <a16:creationId xmlns:a16="http://schemas.microsoft.com/office/drawing/2014/main" id="{BFEDB904-F567-0976-A615-296E3DFB021F}"/>
              </a:ext>
            </a:extLst>
          </p:cNvPr>
          <p:cNvGrpSpPr/>
          <p:nvPr/>
        </p:nvGrpSpPr>
        <p:grpSpPr>
          <a:xfrm>
            <a:off x="185731" y="18722"/>
            <a:ext cx="35651367" cy="1407088"/>
            <a:chOff x="185731" y="18722"/>
            <a:chExt cx="35651367" cy="1407088"/>
          </a:xfrm>
        </p:grpSpPr>
        <p:pic>
          <p:nvPicPr>
            <p:cNvPr id="7" name="Picture 6">
              <a:extLst>
                <a:ext uri="{FF2B5EF4-FFF2-40B4-BE49-F238E27FC236}">
                  <a16:creationId xmlns:a16="http://schemas.microsoft.com/office/drawing/2014/main" id="{7F0D1D2B-CD74-3EC0-1A7E-DD2823DA67DF}"/>
                </a:ext>
              </a:extLst>
            </p:cNvPr>
            <p:cNvPicPr>
              <a:picLocks noChangeAspect="1"/>
            </p:cNvPicPr>
            <p:nvPr/>
          </p:nvPicPr>
          <p:blipFill>
            <a:blip r:embed="rId3"/>
            <a:stretch>
              <a:fillRect/>
            </a:stretch>
          </p:blipFill>
          <p:spPr>
            <a:xfrm>
              <a:off x="185731" y="18722"/>
              <a:ext cx="35651367" cy="1407088"/>
            </a:xfrm>
            <a:prstGeom prst="rect">
              <a:avLst/>
            </a:prstGeom>
          </p:spPr>
        </p:pic>
        <p:pic>
          <p:nvPicPr>
            <p:cNvPr id="5" name="Graphic 4">
              <a:extLst>
                <a:ext uri="{FF2B5EF4-FFF2-40B4-BE49-F238E27FC236}">
                  <a16:creationId xmlns:a16="http://schemas.microsoft.com/office/drawing/2014/main" id="{A5350F39-C37A-6532-34D2-E7EA627780B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408874" y="257838"/>
              <a:ext cx="3655103" cy="928853"/>
            </a:xfrm>
            <a:prstGeom prst="rect">
              <a:avLst/>
            </a:prstGeom>
          </p:spPr>
        </p:pic>
        <p:pic>
          <p:nvPicPr>
            <p:cNvPr id="4" name="Graphic 3">
              <a:extLst>
                <a:ext uri="{FF2B5EF4-FFF2-40B4-BE49-F238E27FC236}">
                  <a16:creationId xmlns:a16="http://schemas.microsoft.com/office/drawing/2014/main" id="{1FF67915-D1F3-C9D7-C6EC-4FD70CFE979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5764" y="181120"/>
              <a:ext cx="5796815" cy="1005571"/>
            </a:xfrm>
            <a:prstGeom prst="rect">
              <a:avLst/>
            </a:prstGeom>
          </p:spPr>
        </p:pic>
      </p:grpSp>
      <p:sp>
        <p:nvSpPr>
          <p:cNvPr id="15" name="Rectangle 14">
            <a:extLst>
              <a:ext uri="{FF2B5EF4-FFF2-40B4-BE49-F238E27FC236}">
                <a16:creationId xmlns:a16="http://schemas.microsoft.com/office/drawing/2014/main" id="{C5E4EFAB-AB8C-CA28-1D50-48A1B49E8B20}"/>
              </a:ext>
            </a:extLst>
          </p:cNvPr>
          <p:cNvSpPr>
            <a:spLocks/>
          </p:cNvSpPr>
          <p:nvPr/>
        </p:nvSpPr>
        <p:spPr>
          <a:xfrm>
            <a:off x="809778" y="1440891"/>
            <a:ext cx="34403273" cy="3921038"/>
          </a:xfrm>
          <a:prstGeom prst="rect">
            <a:avLst/>
          </a:prstGeom>
          <a:solidFill>
            <a:schemeClr val="tx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46357" rtl="1"/>
            <a:endParaRPr lang="en-US" sz="3037" dirty="0"/>
          </a:p>
        </p:txBody>
      </p:sp>
      <p:sp>
        <p:nvSpPr>
          <p:cNvPr id="14" name="TextBox 13">
            <a:extLst>
              <a:ext uri="{FF2B5EF4-FFF2-40B4-BE49-F238E27FC236}">
                <a16:creationId xmlns:a16="http://schemas.microsoft.com/office/drawing/2014/main" id="{F4DC5E95-292C-ABA8-58EF-6AEFEBCEF01C}"/>
              </a:ext>
            </a:extLst>
          </p:cNvPr>
          <p:cNvSpPr txBox="1">
            <a:spLocks/>
          </p:cNvSpPr>
          <p:nvPr/>
        </p:nvSpPr>
        <p:spPr>
          <a:xfrm>
            <a:off x="809779" y="1578118"/>
            <a:ext cx="34380186" cy="1267142"/>
          </a:xfrm>
          <a:prstGeom prst="rect">
            <a:avLst/>
          </a:prstGeom>
          <a:noFill/>
        </p:spPr>
        <p:txBody>
          <a:bodyPr wrap="square" rtlCol="0" tIns="18288" bIns="18288">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sz="7600" b="1">
                <a:solidFill>
                  <a:srgbClr val="FFFFFF"/>
                </a:solidFill>
                <a:latin typeface="Calibri"/>
              </a:rPr>
              <a:t>Hearing the Quiet Vessel</a:t>
            </a:r>
          </a:p>
        </p:txBody>
      </p:sp>
      <p:sp>
        <p:nvSpPr>
          <p:cNvPr id="17" name="TextBox 16">
            <a:extLst>
              <a:ext uri="{FF2B5EF4-FFF2-40B4-BE49-F238E27FC236}">
                <a16:creationId xmlns:a16="http://schemas.microsoft.com/office/drawing/2014/main" id="{BB56FB1D-CB3A-ADB9-F137-C4249CAB9851}"/>
              </a:ext>
            </a:extLst>
          </p:cNvPr>
          <p:cNvSpPr txBox="1">
            <a:spLocks/>
          </p:cNvSpPr>
          <p:nvPr/>
        </p:nvSpPr>
        <p:spPr>
          <a:xfrm>
            <a:off x="8487505" y="2765365"/>
            <a:ext cx="18390794" cy="1658659"/>
          </a:xfrm>
          <a:prstGeom prst="rect">
            <a:avLst/>
          </a:prstGeom>
          <a:noFill/>
        </p:spPr>
        <p:txBody>
          <a:bodyPr wrap="square" rtlCol="0" tIns="18288" bIns="18288">
            <a:spAutoFit/>
          </a:bodyPr>
          <a:lstStyle/>
          <a:p>
            <a:pPr algn="ctr"/>
            <a:r>
              <a:rPr sz="3000" b="0">
                <a:solidFill>
                  <a:srgbClr val="FFFFFF"/>
                </a:solidFill>
                <a:latin typeface="Calibri"/>
              </a:rPr>
              <a:t>A Dual-Branch CNN for Sub-Sidelobe Target Detection in Passive Sonar</a:t>
            </a:r>
            <a:endParaRPr lang="he-IL" sz="4000" dirty="0">
              <a:cs typeface="Open Sans Hebrew" panose="00000500000000000000" pitchFamily="2" charset="-79"/>
            </a:endParaRPr>
          </a:p>
          <a:p>
            <a:pPr algn="ctr">
              <a:spcBef>
                <a:spcPts val="600"/>
              </a:spcBef>
            </a:pPr>
            <a:r>
              <a:rPr sz="2500" b="1">
                <a:solidFill>
                  <a:srgbClr val="FFFFFF"/>
                </a:solidFill>
                <a:latin typeface="Calibri"/>
              </a:rPr>
              <a:t>[Student 1], [Student 2]</a:t>
            </a:r>
          </a:p>
          <a:p>
            <a:pPr algn="ctr">
              <a:spcBef>
                <a:spcPts val="200"/>
              </a:spcBef>
            </a:pPr>
            <a:r>
              <a:rPr sz="2100" b="0">
                <a:solidFill>
                  <a:srgbClr val="FFFFFF"/>
                </a:solidFill>
                <a:latin typeface="Calibri"/>
              </a:rPr>
              <a:t>Advisor: [Advisor Name, Title]</a:t>
            </a:r>
          </a:p>
        </p:txBody>
      </p:sp>
      <p:sp>
        <p:nvSpPr>
          <p:cNvPr id="18" name="Rectangle 17">
            <a:extLst>
              <a:ext uri="{FF2B5EF4-FFF2-40B4-BE49-F238E27FC236}">
                <a16:creationId xmlns:a16="http://schemas.microsoft.com/office/drawing/2014/main" id="{5B0E0FC3-54B6-7A22-6620-BBA9DC55242F}"/>
              </a:ext>
            </a:extLst>
          </p:cNvPr>
          <p:cNvSpPr>
            <a:spLocks/>
          </p:cNvSpPr>
          <p:nvPr/>
        </p:nvSpPr>
        <p:spPr>
          <a:xfrm>
            <a:off x="827246" y="5658025"/>
            <a:ext cx="11160000" cy="17828842"/>
          </a:xfrm>
          <a:prstGeom prst="rect">
            <a:avLst/>
          </a:prstGeom>
          <a:solidFill>
            <a:srgbClr val="F5F5F5">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37"/>
          </a:p>
        </p:txBody>
      </p:sp>
      <p:sp>
        <p:nvSpPr>
          <p:cNvPr id="10" name="Rectangle 9">
            <a:extLst>
              <a:ext uri="{FF2B5EF4-FFF2-40B4-BE49-F238E27FC236}">
                <a16:creationId xmlns:a16="http://schemas.microsoft.com/office/drawing/2014/main" id="{8C0AAB24-095F-B78F-4B9B-B1818F11F683}"/>
              </a:ext>
            </a:extLst>
          </p:cNvPr>
          <p:cNvSpPr>
            <a:spLocks/>
          </p:cNvSpPr>
          <p:nvPr/>
        </p:nvSpPr>
        <p:spPr>
          <a:xfrm>
            <a:off x="12379743" y="5690835"/>
            <a:ext cx="11160000" cy="17828842"/>
          </a:xfrm>
          <a:prstGeom prst="rect">
            <a:avLst/>
          </a:prstGeom>
          <a:solidFill>
            <a:srgbClr val="F5F5F5">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37"/>
          </a:p>
        </p:txBody>
      </p:sp>
      <p:sp>
        <p:nvSpPr>
          <p:cNvPr id="43" name="TextBox 42">
            <a:extLst>
              <a:ext uri="{FF2B5EF4-FFF2-40B4-BE49-F238E27FC236}">
                <a16:creationId xmlns:a16="http://schemas.microsoft.com/office/drawing/2014/main" id="{A9E7048A-0105-0DB4-1E9E-8A43F18ADB4F}"/>
              </a:ext>
            </a:extLst>
          </p:cNvPr>
          <p:cNvSpPr txBox="1">
            <a:spLocks/>
          </p:cNvSpPr>
          <p:nvPr/>
        </p:nvSpPr>
        <p:spPr>
          <a:xfrm>
            <a:off x="9121439" y="4364259"/>
            <a:ext cx="18390794" cy="875496"/>
          </a:xfrm>
          <a:prstGeom prst="rect">
            <a:avLst/>
          </a:prstGeom>
          <a:noFill/>
        </p:spPr>
        <p:txBody>
          <a:bodyPr wrap="square" rtlCol="0">
            <a:spAutoFit/>
          </a:bodyPr>
          <a:lstStyle/>
          <a:p>
            <a:pPr algn="ctr"/>
            <a:r>
              <a:rPr sz="2200" b="0">
                <a:solidFill>
                  <a:srgbClr val="FFFFFF"/>
                </a:solidFill>
                <a:latin typeface="Calibri"/>
              </a:rPr>
              <a:t>Project Number: [XX-X-X-XXXX]   ·   [Institution / Lab]</a:t>
            </a:r>
          </a:p>
        </p:txBody>
      </p:sp>
      <p:sp>
        <p:nvSpPr>
          <p:cNvPr id="44" name="TextBox 43"/>
          <p:cNvSpPr txBox="1"/>
          <p:nvPr/>
        </p:nvSpPr>
        <p:spPr>
          <a:xfrm>
            <a:off x="1161288" y="5742432"/>
            <a:ext cx="10506456" cy="594360"/>
          </a:xfrm>
          <a:prstGeom prst="rect">
            <a:avLst/>
          </a:prstGeom>
          <a:noFill/>
          <a:ln>
            <a:noFill/>
          </a:ln>
        </p:spPr>
        <p:txBody>
          <a:bodyPr wrap="square" lIns="109728" rIns="109728" tIns="73152" bIns="73152">
            <a:spAutoFit/>
          </a:bodyPr>
          <a:lstStyle/>
          <a:p>
            <a:pPr algn="l"/>
            <a:r>
              <a:rPr sz="3400" b="1">
                <a:solidFill>
                  <a:srgbClr val="0E2841"/>
                </a:solidFill>
                <a:latin typeface="Calibri"/>
              </a:rPr>
              <a:t>Introduction</a:t>
            </a:r>
          </a:p>
        </p:txBody>
      </p:sp>
      <p:sp>
        <p:nvSpPr>
          <p:cNvPr id="45" name="Rectangle 44"/>
          <p:cNvSpPr/>
          <p:nvPr/>
        </p:nvSpPr>
        <p:spPr>
          <a:xfrm>
            <a:off x="1161288" y="6291072"/>
            <a:ext cx="1828800" cy="6350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161288" y="6473952"/>
            <a:ext cx="10506456" cy="3566160"/>
          </a:xfrm>
          <a:prstGeom prst="rect">
            <a:avLst/>
          </a:prstGeom>
          <a:noFill/>
          <a:ln>
            <a:noFill/>
          </a:ln>
        </p:spPr>
        <p:txBody>
          <a:bodyPr wrap="square" lIns="109728" rIns="109728" tIns="73152" bIns="73152">
            <a:spAutoFit/>
          </a:bodyPr>
          <a:lstStyle/>
          <a:p>
            <a:pPr algn="l"/>
            <a:r>
              <a:rPr sz="2200" b="0">
                <a:solidFill>
                  <a:srgbClr val="0E2841"/>
                </a:solidFill>
                <a:latin typeface="Calibri"/>
              </a:rPr>
              <a:t>Passive sonar arrays localise underwater acoustic sources through Delay-and-Sum (DAS) beamforming, a technique that steers a virtual listening beam by introducing time delays across array elements proportional to their positions relative to the incoming wavefront.</a:t>
            </a:r>
          </a:p>
          <a:p>
            <a:pPr algn="l">
              <a:spcBef>
                <a:spcPts val="1200"/>
              </a:spcBef>
            </a:pPr>
            <a:r>
              <a:rPr sz="2200" b="0">
                <a:solidFill>
                  <a:srgbClr val="0E2841"/>
                </a:solidFill>
                <a:latin typeface="Calibri"/>
              </a:rPr>
              <a:t>A fundamental limitation arises when multiple sources with disparate intensities are present simultaneously. The beam pattern of a 100-element uniform linear array (ULA) exhibits a first sidelobe only 13 dB below the main lobe. When a loud vessel dominates the scene, its sidelobes radiate energy into surrounding bearings and can exceed the direct contribution of a quieter vessel by 10 dB or more, causing a conventional energy-threshold detector to miss the quieter target entirely.</a:t>
            </a:r>
          </a:p>
          <a:p>
            <a:pPr algn="l">
              <a:spcBef>
                <a:spcPts val="1200"/>
              </a:spcBef>
            </a:pPr>
            <a:r>
              <a:rPr sz="2200" b="0">
                <a:solidFill>
                  <a:srgbClr val="0E2841"/>
                </a:solidFill>
                <a:latin typeface="Calibri"/>
              </a:rPr>
              <a:t>This project proposes a dual-branch convolutional neural network (CNN) that addresses this sub-sidelobe detection problem by jointly exploiting the focused-beam power spectrum and the full angular frequency heatmap, learning to identify the faint target ridge against the dominant sidelobe background.</a:t>
            </a:r>
          </a:p>
        </p:txBody>
      </p:sp>
      <p:pic>
        <p:nvPicPr>
          <p:cNvPr id="47" name="Picture 46" descr="beam_pattern.png"/>
          <p:cNvPicPr>
            <a:picLocks noChangeAspect="1"/>
          </p:cNvPicPr>
          <p:nvPr/>
        </p:nvPicPr>
        <p:blipFill>
          <a:blip r:embed="rId12"/>
          <a:stretch>
            <a:fillRect/>
          </a:stretch>
        </p:blipFill>
        <p:spPr>
          <a:xfrm>
            <a:off x="2304288" y="10588752"/>
            <a:ext cx="8229600" cy="4568978"/>
          </a:xfrm>
          <a:prstGeom prst="rect">
            <a:avLst/>
          </a:prstGeom>
        </p:spPr>
      </p:pic>
      <p:sp>
        <p:nvSpPr>
          <p:cNvPr id="48" name="TextBox 47"/>
          <p:cNvSpPr txBox="1"/>
          <p:nvPr/>
        </p:nvSpPr>
        <p:spPr>
          <a:xfrm>
            <a:off x="1161288" y="15477770"/>
            <a:ext cx="10506456" cy="475488"/>
          </a:xfrm>
          <a:prstGeom prst="rect">
            <a:avLst/>
          </a:prstGeom>
          <a:noFill/>
          <a:ln>
            <a:noFill/>
          </a:ln>
        </p:spPr>
        <p:txBody>
          <a:bodyPr wrap="square" lIns="109728" rIns="109728" tIns="73152" bIns="73152">
            <a:spAutoFit/>
          </a:bodyPr>
          <a:lstStyle/>
          <a:p>
            <a:pPr algn="l"/>
            <a:r>
              <a:rPr sz="1800" b="0">
                <a:solidFill>
                  <a:srgbClr val="555555"/>
                </a:solidFill>
                <a:latin typeface="Calibri"/>
              </a:rPr>
              <a:t>Fig. 1.  Beam pattern of a 100-element ULA steered to 0°. The quiet vessel (orange marker) is hidden under the −13 dB first sidelobe of the loud vessel, making it invisible to a simple energy detector.</a:t>
            </a:r>
          </a:p>
        </p:txBody>
      </p:sp>
      <p:sp>
        <p:nvSpPr>
          <p:cNvPr id="49" name="TextBox 48"/>
          <p:cNvSpPr txBox="1"/>
          <p:nvPr/>
        </p:nvSpPr>
        <p:spPr>
          <a:xfrm>
            <a:off x="1161288" y="16547617"/>
            <a:ext cx="10506456" cy="594360"/>
          </a:xfrm>
          <a:prstGeom prst="rect">
            <a:avLst/>
          </a:prstGeom>
          <a:noFill/>
          <a:ln>
            <a:noFill/>
          </a:ln>
        </p:spPr>
        <p:txBody>
          <a:bodyPr wrap="square" lIns="109728" rIns="109728" tIns="73152" bIns="73152">
            <a:spAutoFit/>
          </a:bodyPr>
          <a:lstStyle/>
          <a:p>
            <a:pPr algn="l"/>
            <a:r>
              <a:rPr sz="3400" b="1">
                <a:solidFill>
                  <a:srgbClr val="0E2841"/>
                </a:solidFill>
                <a:latin typeface="Calibri"/>
              </a:rPr>
              <a:t>Objectives</a:t>
            </a:r>
          </a:p>
        </p:txBody>
      </p:sp>
      <p:sp>
        <p:nvSpPr>
          <p:cNvPr id="50" name="Rectangle 49"/>
          <p:cNvSpPr/>
          <p:nvPr/>
        </p:nvSpPr>
        <p:spPr>
          <a:xfrm>
            <a:off x="1161288" y="17096257"/>
            <a:ext cx="1828800" cy="6350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161288" y="17370577"/>
            <a:ext cx="10506456" cy="5669280"/>
          </a:xfrm>
          <a:prstGeom prst="rect">
            <a:avLst/>
          </a:prstGeom>
          <a:noFill/>
          <a:ln>
            <a:noFill/>
          </a:ln>
        </p:spPr>
        <p:txBody>
          <a:bodyPr wrap="square" lIns="109728" rIns="109728" tIns="73152" bIns="73152">
            <a:spAutoFit/>
          </a:bodyPr>
          <a:lstStyle/>
          <a:p>
            <a:pPr algn="l"/>
            <a:r>
              <a:rPr sz="2200" b="0">
                <a:solidFill>
                  <a:srgbClr val="0E2841"/>
                </a:solidFill>
                <a:latin typeface="Calibri"/>
              </a:rPr>
              <a:t>The system is evaluated against three quantitative performance targets. The primary objective (T1) is to detect a quiet vessel when the interferer's sidelobe at the target direction is at least 10 dB stronger than the target's direct contribution. This corresponds physically to a Signal-to-Interference Ratio of at least 23 dB, a demanding regime in which the sidelobe alone can completely mask the quiet vessel. The v3 dataset was designed so that 58 % of two-target samples fall within this T1 regime, ensuring the evaluation reflects realistic sub-sidelobe detection difficulty.</a:t>
            </a:r>
          </a:p>
          <a:p>
            <a:pPr algn="l">
              <a:spcBef>
                <a:spcPts val="1200"/>
              </a:spcBef>
            </a:pPr>
            <a:r>
              <a:rPr sz="2200" b="0">
                <a:solidFill>
                  <a:srgbClr val="0E2841"/>
                </a:solidFill>
                <a:latin typeface="Calibri"/>
              </a:rPr>
              <a:t>The second objective (T2) requires the network to reliably distinguish between one and two vessels when their intensities differ by only 3–5 dB. In this regime, the targets are nearly equal in perceived loudness and the beamformed output alone provides little discriminating power, making spectral and spatial cue fusion essential.</a:t>
            </a:r>
          </a:p>
          <a:p>
            <a:pPr algn="l">
              <a:spcBef>
                <a:spcPts val="1200"/>
              </a:spcBef>
            </a:pPr>
            <a:r>
              <a:rPr sz="2200" b="0">
                <a:solidFill>
                  <a:srgbClr val="0E2841"/>
                </a:solidFill>
                <a:latin typeface="Calibri"/>
              </a:rPr>
              <a:t>The third objective (T3) extends the problem to source separation, requiring that distinct audio channels be produced for two overlapping targets whose intensities differ by no more than 3 dB. Together, T1–T3 span the continuum from gross detection to fine-grained source separation in acoustically challenging multi-vessel scenarios.</a:t>
            </a:r>
          </a:p>
        </p:txBody>
      </p:sp>
      <p:sp>
        <p:nvSpPr>
          <p:cNvPr id="52" name="TextBox 51"/>
          <p:cNvSpPr txBox="1"/>
          <p:nvPr/>
        </p:nvSpPr>
        <p:spPr>
          <a:xfrm>
            <a:off x="12582144" y="5760720"/>
            <a:ext cx="10506456" cy="594360"/>
          </a:xfrm>
          <a:prstGeom prst="rect">
            <a:avLst/>
          </a:prstGeom>
          <a:noFill/>
          <a:ln>
            <a:noFill/>
          </a:ln>
        </p:spPr>
        <p:txBody>
          <a:bodyPr wrap="square" lIns="109728" rIns="109728" tIns="73152" bIns="73152">
            <a:spAutoFit/>
          </a:bodyPr>
          <a:lstStyle/>
          <a:p>
            <a:pPr algn="l"/>
            <a:r>
              <a:rPr sz="3400" b="1">
                <a:solidFill>
                  <a:srgbClr val="0E2841"/>
                </a:solidFill>
                <a:latin typeface="Calibri"/>
              </a:rPr>
              <a:t>Methods</a:t>
            </a:r>
          </a:p>
        </p:txBody>
      </p:sp>
      <p:sp>
        <p:nvSpPr>
          <p:cNvPr id="53" name="Rectangle 52"/>
          <p:cNvSpPr/>
          <p:nvPr/>
        </p:nvSpPr>
        <p:spPr>
          <a:xfrm>
            <a:off x="12582144" y="6309360"/>
            <a:ext cx="1828800" cy="6350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2582144" y="6492240"/>
            <a:ext cx="10506456" cy="384048"/>
          </a:xfrm>
          <a:prstGeom prst="rect">
            <a:avLst/>
          </a:prstGeom>
          <a:noFill/>
          <a:ln>
            <a:noFill/>
          </a:ln>
        </p:spPr>
        <p:txBody>
          <a:bodyPr wrap="square" lIns="109728" rIns="109728" tIns="73152" bIns="73152">
            <a:spAutoFit/>
          </a:bodyPr>
          <a:lstStyle/>
          <a:p>
            <a:pPr algn="l"/>
            <a:r>
              <a:rPr sz="2400" b="1">
                <a:solidFill>
                  <a:srgbClr val="156082"/>
                </a:solidFill>
                <a:latin typeface="Calibri"/>
              </a:rPr>
              <a:t>Dataset Generator  (sonar_simulator.py)</a:t>
            </a:r>
          </a:p>
        </p:txBody>
      </p:sp>
      <p:sp>
        <p:nvSpPr>
          <p:cNvPr id="55" name="TextBox 54"/>
          <p:cNvSpPr txBox="1"/>
          <p:nvPr/>
        </p:nvSpPr>
        <p:spPr>
          <a:xfrm>
            <a:off x="12582144" y="7040879"/>
            <a:ext cx="10506456" cy="2560320"/>
          </a:xfrm>
          <a:prstGeom prst="rect">
            <a:avLst/>
          </a:prstGeom>
          <a:noFill/>
          <a:ln>
            <a:noFill/>
          </a:ln>
        </p:spPr>
        <p:txBody>
          <a:bodyPr wrap="square" lIns="109728" rIns="109728" tIns="73152" bIns="73152">
            <a:spAutoFit/>
          </a:bodyPr>
          <a:lstStyle/>
          <a:p>
            <a:pPr algn="l"/>
            <a:r>
              <a:rPr sz="2100" b="0">
                <a:solidFill>
                  <a:srgbClr val="0E2841"/>
                </a:solidFill>
                <a:latin typeface="Calibri"/>
              </a:rPr>
              <a:t>A total of 1 000 synthetic samples were generated per dataset version using sonar_simulator.py. Each sample represents a 3-second acoustic scene containing one or two vessels. In two-target scenes the quiet vessel is placed within the main lobe or first sidelobe of the loud vessel with 80 % probability, constituting the hard detection regime, and at a well-separated bearing with 20 % probability as the easy baseline. Source intensities are drawn from the Signal-to-Interference Ratio range specified for each dataset version.</a:t>
            </a:r>
          </a:p>
          <a:p>
            <a:pPr algn="l">
              <a:spcBef>
                <a:spcPts val="1000"/>
              </a:spcBef>
            </a:pPr>
            <a:r>
              <a:rPr sz="2100" b="0">
                <a:solidFill>
                  <a:srgbClr val="0E2841"/>
                </a:solidFill>
                <a:latin typeface="Calibri"/>
              </a:rPr>
              <a:t>Two complementary representations are computed per sample via a vectorised Welch sweep: psd_1d, a 513-bin focused-beam power spectral density at the estimated target bearing, and psd_2d, a full 181 × 513 angular heatmap. In v3 all samples share a global fixed-range dB → [0, 1] normalisation, preserving true inter-sample amplitude differences and preventing the model from exploiting within-sample normalisation artefacts.</a:t>
            </a:r>
          </a:p>
        </p:txBody>
      </p:sp>
      <p:pic>
        <p:nvPicPr>
          <p:cNvPr id="56" name="Picture 55" descr="pipeline_flow.png"/>
          <p:cNvPicPr>
            <a:picLocks noChangeAspect="1"/>
          </p:cNvPicPr>
          <p:nvPr/>
        </p:nvPicPr>
        <p:blipFill>
          <a:blip r:embed="rId13"/>
          <a:stretch>
            <a:fillRect/>
          </a:stretch>
        </p:blipFill>
        <p:spPr>
          <a:xfrm>
            <a:off x="13039344" y="10149840"/>
            <a:ext cx="9601200" cy="2502296"/>
          </a:xfrm>
          <a:prstGeom prst="rect">
            <a:avLst/>
          </a:prstGeom>
        </p:spPr>
      </p:pic>
      <p:sp>
        <p:nvSpPr>
          <p:cNvPr id="57" name="TextBox 56"/>
          <p:cNvSpPr txBox="1"/>
          <p:nvPr/>
        </p:nvSpPr>
        <p:spPr>
          <a:xfrm>
            <a:off x="12582144" y="12972174"/>
            <a:ext cx="10506456" cy="475488"/>
          </a:xfrm>
          <a:prstGeom prst="rect">
            <a:avLst/>
          </a:prstGeom>
          <a:noFill/>
          <a:ln>
            <a:noFill/>
          </a:ln>
        </p:spPr>
        <p:txBody>
          <a:bodyPr wrap="square" lIns="109728" rIns="109728" tIns="73152" bIns="73152">
            <a:spAutoFit/>
          </a:bodyPr>
          <a:lstStyle/>
          <a:p>
            <a:pPr algn="l"/>
            <a:r>
              <a:rPr sz="1800" b="0">
                <a:solidFill>
                  <a:srgbClr val="555555"/>
                </a:solidFill>
                <a:latin typeface="Calibri"/>
              </a:rPr>
              <a:t>Fig. 2.  Per-sample simulation pipeline. Hard cases (80 %) position the quiet vessel inside the main lobe or first sidelobe of the louder interferer.</a:t>
            </a:r>
          </a:p>
        </p:txBody>
      </p:sp>
      <p:sp>
        <p:nvSpPr>
          <p:cNvPr id="58" name="TextBox 57"/>
          <p:cNvSpPr txBox="1"/>
          <p:nvPr/>
        </p:nvSpPr>
        <p:spPr>
          <a:xfrm>
            <a:off x="12582144" y="14042022"/>
            <a:ext cx="10506456" cy="384048"/>
          </a:xfrm>
          <a:prstGeom prst="rect">
            <a:avLst/>
          </a:prstGeom>
          <a:noFill/>
          <a:ln>
            <a:noFill/>
          </a:ln>
        </p:spPr>
        <p:txBody>
          <a:bodyPr wrap="square" lIns="109728" rIns="109728" tIns="73152" bIns="73152">
            <a:spAutoFit/>
          </a:bodyPr>
          <a:lstStyle/>
          <a:p>
            <a:pPr algn="l"/>
            <a:r>
              <a:rPr sz="2400" b="1">
                <a:solidFill>
                  <a:srgbClr val="E97132"/>
                </a:solidFill>
                <a:latin typeface="Calibri"/>
              </a:rPr>
              <a:t>DualBranchNet Architecture</a:t>
            </a:r>
          </a:p>
        </p:txBody>
      </p:sp>
      <p:sp>
        <p:nvSpPr>
          <p:cNvPr id="59" name="TextBox 58"/>
          <p:cNvSpPr txBox="1"/>
          <p:nvPr/>
        </p:nvSpPr>
        <p:spPr>
          <a:xfrm>
            <a:off x="12582144" y="14590662"/>
            <a:ext cx="10506456" cy="2286000"/>
          </a:xfrm>
          <a:prstGeom prst="rect">
            <a:avLst/>
          </a:prstGeom>
          <a:noFill/>
          <a:ln>
            <a:noFill/>
          </a:ln>
        </p:spPr>
        <p:txBody>
          <a:bodyPr wrap="square" lIns="109728" rIns="109728" tIns="73152" bIns="73152">
            <a:spAutoFit/>
          </a:bodyPr>
          <a:lstStyle/>
          <a:p>
            <a:pPr algn="l"/>
            <a:r>
              <a:rPr sz="2100" b="0">
                <a:solidFill>
                  <a:srgbClr val="0E2841"/>
                </a:solidFill>
                <a:latin typeface="Calibri"/>
              </a:rPr>
              <a:t>The dual-branch architecture processes psd_1d and psd_2d in parallel and fuses the resulting feature vectors through a shared classification head, producing a single detection logit that indicates whether the scene contains one or two vessels.</a:t>
            </a:r>
          </a:p>
          <a:p>
            <a:pPr algn="l">
              <a:spcBef>
                <a:spcPts val="1000"/>
              </a:spcBef>
            </a:pPr>
            <a:r>
              <a:rPr sz="2100" b="0">
                <a:solidFill>
                  <a:srgbClr val="0E2841"/>
                </a:solidFill>
                <a:latin typeface="Calibri"/>
              </a:rPr>
              <a:t>Branch A (Local Focus) applies three Conv1d blocks with progressively increasing channel depth (1 → 32 → 64 → 128, kernels k = 7 / 5 / 3), each followed by batch normalisation, ReLU activation, and max-pooling. Adaptive average pooling yields a 1 024-d feature vector tuned to narrow tonal signatures in the focused beam.</a:t>
            </a:r>
          </a:p>
          <a:p>
            <a:pPr algn="l">
              <a:spcBef>
                <a:spcPts val="1000"/>
              </a:spcBef>
            </a:pPr>
            <a:r>
              <a:rPr sz="2100" b="0">
                <a:solidFill>
                  <a:srgbClr val="0E2841"/>
                </a:solidFill>
                <a:latin typeface="Calibri"/>
              </a:rPr>
              <a:t>Branch B (Global Context) applies four VGG-style double-convolution blocks (1 → 32 → 64 → 128 → 256 channels) with 2×2 max-pooling to psd_2d, followed by global average pooling to a 256-d vector encoding the full sidelobe angular pattern. The 1 280-d concatenation is passed through three linear layers (1 280 → 256 → 64 → 1) with ReLU and Dropout (p = 0.3). Total: 1 553 761 parameters.</a:t>
            </a:r>
          </a:p>
        </p:txBody>
      </p:sp>
      <p:pic>
        <p:nvPicPr>
          <p:cNvPr id="60" name="Picture 59" descr="dualnet_arch.png"/>
          <p:cNvPicPr>
            <a:picLocks noChangeAspect="1"/>
          </p:cNvPicPr>
          <p:nvPr/>
        </p:nvPicPr>
        <p:blipFill>
          <a:blip r:embed="rId14"/>
          <a:stretch>
            <a:fillRect/>
          </a:stretch>
        </p:blipFill>
        <p:spPr>
          <a:xfrm>
            <a:off x="13039344" y="17425302"/>
            <a:ext cx="9601200" cy="4728880"/>
          </a:xfrm>
          <a:prstGeom prst="rect">
            <a:avLst/>
          </a:prstGeom>
        </p:spPr>
      </p:pic>
      <p:sp>
        <p:nvSpPr>
          <p:cNvPr id="61" name="TextBox 60"/>
          <p:cNvSpPr txBox="1"/>
          <p:nvPr/>
        </p:nvSpPr>
        <p:spPr>
          <a:xfrm>
            <a:off x="12582144" y="22565662"/>
            <a:ext cx="10506456" cy="640080"/>
          </a:xfrm>
          <a:prstGeom prst="rect">
            <a:avLst/>
          </a:prstGeom>
          <a:noFill/>
          <a:ln>
            <a:noFill/>
          </a:ln>
        </p:spPr>
        <p:txBody>
          <a:bodyPr wrap="square" lIns="109728" rIns="109728" tIns="73152" bIns="73152">
            <a:spAutoFit/>
          </a:bodyPr>
          <a:lstStyle/>
          <a:p>
            <a:pPr algn="l"/>
            <a:r>
              <a:rPr sz="2200" b="1">
                <a:solidFill>
                  <a:srgbClr val="0E2841"/>
                </a:solidFill>
                <a:latin typeface="Calibri"/>
              </a:rPr>
              <a:t>References</a:t>
            </a:r>
          </a:p>
          <a:p>
            <a:pPr algn="l">
              <a:spcBef>
                <a:spcPts val="500"/>
              </a:spcBef>
            </a:pPr>
            <a:r>
              <a:rPr sz="1800" b="0">
                <a:solidFill>
                  <a:srgbClr val="555555"/>
                </a:solidFill>
                <a:latin typeface="Calibri"/>
              </a:rPr>
              <a:t>[1] Van Trees, Optimum Array Processing, 2002.  [2] Welch, IEEE Trans. Audio Electroacoust., 1967.  [3] Simonyan &amp; Zisserman, ICLR, 2015.</a:t>
            </a:r>
          </a:p>
        </p:txBody>
      </p:sp>
      <p:sp>
        <p:nvSpPr>
          <p:cNvPr id="62" name="TextBox 61"/>
          <p:cNvSpPr txBox="1"/>
          <p:nvPr/>
        </p:nvSpPr>
        <p:spPr>
          <a:xfrm>
            <a:off x="24332184" y="5715000"/>
            <a:ext cx="10506456" cy="594360"/>
          </a:xfrm>
          <a:prstGeom prst="rect">
            <a:avLst/>
          </a:prstGeom>
          <a:noFill/>
          <a:ln>
            <a:noFill/>
          </a:ln>
        </p:spPr>
        <p:txBody>
          <a:bodyPr wrap="square" lIns="109728" rIns="109728" tIns="73152" bIns="73152">
            <a:spAutoFit/>
          </a:bodyPr>
          <a:lstStyle/>
          <a:p>
            <a:pPr algn="l"/>
            <a:r>
              <a:rPr sz="3400" b="1">
                <a:solidFill>
                  <a:srgbClr val="0E2841"/>
                </a:solidFill>
                <a:latin typeface="Calibri"/>
              </a:rPr>
              <a:t>Results</a:t>
            </a:r>
          </a:p>
        </p:txBody>
      </p:sp>
      <p:sp>
        <p:nvSpPr>
          <p:cNvPr id="63" name="Rectangle 62"/>
          <p:cNvSpPr/>
          <p:nvPr/>
        </p:nvSpPr>
        <p:spPr>
          <a:xfrm>
            <a:off x="24332184" y="6263640"/>
            <a:ext cx="1828800" cy="6350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4332184" y="6492240"/>
            <a:ext cx="2450592" cy="1645920"/>
          </a:xfrm>
          <a:prstGeom prst="rect">
            <a:avLst/>
          </a:prstGeom>
          <a:solidFill>
            <a:srgbClr val="E9EEF4"/>
          </a:solidFill>
          <a:ln>
            <a:noFill/>
          </a:ln>
        </p:spPr>
        <p:txBody>
          <a:bodyPr wrap="square" lIns="109728" rIns="109728" tIns="73152" bIns="73152">
            <a:spAutoFit/>
          </a:bodyPr>
          <a:lstStyle/>
          <a:p>
            <a:pPr algn="ctr"/>
            <a:r>
              <a:rPr sz="5400" b="1">
                <a:solidFill>
                  <a:srgbClr val="156082"/>
                </a:solidFill>
                <a:latin typeface="Calibri"/>
              </a:rPr>
              <a:t>95.0 %</a:t>
            </a:r>
          </a:p>
          <a:p>
            <a:pPr algn="ctr">
              <a:spcBef>
                <a:spcPts val="200"/>
              </a:spcBef>
            </a:pPr>
            <a:r>
              <a:rPr sz="1800" b="0">
                <a:solidFill>
                  <a:srgbClr val="555555"/>
                </a:solidFill>
                <a:latin typeface="Calibri"/>
              </a:rPr>
              <a:t>Accuracy</a:t>
            </a:r>
          </a:p>
        </p:txBody>
      </p:sp>
      <p:sp>
        <p:nvSpPr>
          <p:cNvPr id="65" name="TextBox 64"/>
          <p:cNvSpPr txBox="1"/>
          <p:nvPr/>
        </p:nvSpPr>
        <p:spPr>
          <a:xfrm>
            <a:off x="27017472" y="6492240"/>
            <a:ext cx="2450592" cy="1645920"/>
          </a:xfrm>
          <a:prstGeom prst="rect">
            <a:avLst/>
          </a:prstGeom>
          <a:solidFill>
            <a:srgbClr val="E9EEF4"/>
          </a:solidFill>
          <a:ln>
            <a:noFill/>
          </a:ln>
        </p:spPr>
        <p:txBody>
          <a:bodyPr wrap="square" lIns="109728" rIns="109728" tIns="73152" bIns="73152">
            <a:spAutoFit/>
          </a:bodyPr>
          <a:lstStyle/>
          <a:p>
            <a:pPr algn="ctr"/>
            <a:r>
              <a:rPr sz="5400" b="1">
                <a:solidFill>
                  <a:srgbClr val="156082"/>
                </a:solidFill>
                <a:latin typeface="Calibri"/>
              </a:rPr>
              <a:t>96.8 %</a:t>
            </a:r>
          </a:p>
          <a:p>
            <a:pPr algn="ctr">
              <a:spcBef>
                <a:spcPts val="200"/>
              </a:spcBef>
            </a:pPr>
            <a:r>
              <a:rPr sz="1800" b="0">
                <a:solidFill>
                  <a:srgbClr val="555555"/>
                </a:solidFill>
                <a:latin typeface="Calibri"/>
              </a:rPr>
              <a:t>Precision</a:t>
            </a:r>
          </a:p>
        </p:txBody>
      </p:sp>
      <p:sp>
        <p:nvSpPr>
          <p:cNvPr id="66" name="TextBox 65"/>
          <p:cNvSpPr txBox="1"/>
          <p:nvPr/>
        </p:nvSpPr>
        <p:spPr>
          <a:xfrm>
            <a:off x="29702760" y="6492240"/>
            <a:ext cx="2450592" cy="1645920"/>
          </a:xfrm>
          <a:prstGeom prst="rect">
            <a:avLst/>
          </a:prstGeom>
          <a:solidFill>
            <a:srgbClr val="E9EEF4"/>
          </a:solidFill>
          <a:ln>
            <a:noFill/>
          </a:ln>
        </p:spPr>
        <p:txBody>
          <a:bodyPr wrap="square" lIns="109728" rIns="109728" tIns="73152" bIns="73152">
            <a:spAutoFit/>
          </a:bodyPr>
          <a:lstStyle/>
          <a:p>
            <a:pPr algn="ctr"/>
            <a:r>
              <a:rPr sz="5400" b="1">
                <a:solidFill>
                  <a:srgbClr val="E97132"/>
                </a:solidFill>
                <a:latin typeface="Calibri"/>
              </a:rPr>
              <a:t>92.9 %</a:t>
            </a:r>
          </a:p>
          <a:p>
            <a:pPr algn="ctr">
              <a:spcBef>
                <a:spcPts val="200"/>
              </a:spcBef>
            </a:pPr>
            <a:r>
              <a:rPr sz="1800" b="0">
                <a:solidFill>
                  <a:srgbClr val="555555"/>
                </a:solidFill>
                <a:latin typeface="Calibri"/>
              </a:rPr>
              <a:t>Recall</a:t>
            </a:r>
          </a:p>
        </p:txBody>
      </p:sp>
      <p:sp>
        <p:nvSpPr>
          <p:cNvPr id="67" name="TextBox 66"/>
          <p:cNvSpPr txBox="1"/>
          <p:nvPr/>
        </p:nvSpPr>
        <p:spPr>
          <a:xfrm>
            <a:off x="32388048" y="6492240"/>
            <a:ext cx="2450592" cy="1645920"/>
          </a:xfrm>
          <a:prstGeom prst="rect">
            <a:avLst/>
          </a:prstGeom>
          <a:solidFill>
            <a:srgbClr val="E9EEF4"/>
          </a:solidFill>
          <a:ln>
            <a:noFill/>
          </a:ln>
        </p:spPr>
        <p:txBody>
          <a:bodyPr wrap="square" lIns="109728" rIns="109728" tIns="73152" bIns="73152">
            <a:spAutoFit/>
          </a:bodyPr>
          <a:lstStyle/>
          <a:p>
            <a:pPr algn="ctr"/>
            <a:r>
              <a:rPr sz="5400" b="1">
                <a:solidFill>
                  <a:srgbClr val="156082"/>
                </a:solidFill>
                <a:latin typeface="Calibri"/>
              </a:rPr>
              <a:t>94.8 %</a:t>
            </a:r>
          </a:p>
          <a:p>
            <a:pPr algn="ctr">
              <a:spcBef>
                <a:spcPts val="200"/>
              </a:spcBef>
            </a:pPr>
            <a:r>
              <a:rPr sz="1800" b="0">
                <a:solidFill>
                  <a:srgbClr val="555555"/>
                </a:solidFill>
                <a:latin typeface="Calibri"/>
              </a:rPr>
              <a:t>F1 Score</a:t>
            </a:r>
          </a:p>
        </p:txBody>
      </p:sp>
      <p:sp>
        <p:nvSpPr>
          <p:cNvPr id="68" name="TextBox 67"/>
          <p:cNvSpPr txBox="1"/>
          <p:nvPr/>
        </p:nvSpPr>
        <p:spPr>
          <a:xfrm>
            <a:off x="24332184" y="8549640"/>
            <a:ext cx="10506456" cy="1097280"/>
          </a:xfrm>
          <a:prstGeom prst="rect">
            <a:avLst/>
          </a:prstGeom>
          <a:noFill/>
          <a:ln>
            <a:noFill/>
          </a:ln>
        </p:spPr>
        <p:txBody>
          <a:bodyPr wrap="square" lIns="109728" rIns="109728" tIns="73152" bIns="73152">
            <a:spAutoFit/>
          </a:bodyPr>
          <a:lstStyle/>
          <a:p>
            <a:pPr algn="l"/>
            <a:r>
              <a:rPr sz="2100" b="0">
                <a:solidFill>
                  <a:srgbClr val="0E2841"/>
                </a:solidFill>
                <a:latin typeface="Calibri"/>
              </a:rPr>
              <a:t>The model was trained with AdamW (lr = 10⁻³, weight decay = 10⁻⁴) and BCEWithLogitsLoss, with the learning rate halved whenever validation loss plateaued. The best checkpoint was saved at epoch 5 (val loss = 0.138). Training and validation dynamics are shown below.</a:t>
            </a:r>
          </a:p>
        </p:txBody>
      </p:sp>
      <p:pic>
        <p:nvPicPr>
          <p:cNvPr id="69" name="Picture 68" descr="training_curves.png"/>
          <p:cNvPicPr>
            <a:picLocks noChangeAspect="1"/>
          </p:cNvPicPr>
          <p:nvPr/>
        </p:nvPicPr>
        <p:blipFill>
          <a:blip r:embed="rId15"/>
          <a:stretch>
            <a:fillRect/>
          </a:stretch>
        </p:blipFill>
        <p:spPr>
          <a:xfrm>
            <a:off x="24652224" y="10104119"/>
            <a:ext cx="9875520" cy="4100619"/>
          </a:xfrm>
          <a:prstGeom prst="rect">
            <a:avLst/>
          </a:prstGeom>
        </p:spPr>
      </p:pic>
      <p:sp>
        <p:nvSpPr>
          <p:cNvPr id="70" name="TextBox 69"/>
          <p:cNvSpPr txBox="1"/>
          <p:nvPr/>
        </p:nvSpPr>
        <p:spPr>
          <a:xfrm>
            <a:off x="24332184" y="14524776"/>
            <a:ext cx="10506456" cy="475488"/>
          </a:xfrm>
          <a:prstGeom prst="rect">
            <a:avLst/>
          </a:prstGeom>
          <a:noFill/>
          <a:ln>
            <a:noFill/>
          </a:ln>
        </p:spPr>
        <p:txBody>
          <a:bodyPr wrap="square" lIns="109728" rIns="109728" tIns="73152" bIns="73152">
            <a:spAutoFit/>
          </a:bodyPr>
          <a:lstStyle/>
          <a:p>
            <a:pPr algn="l"/>
            <a:r>
              <a:rPr sz="1800" b="0">
                <a:solidFill>
                  <a:srgbClr val="555555"/>
                </a:solidFill>
                <a:latin typeface="Calibri"/>
              </a:rPr>
              <a:t>Fig. 3.  Training dynamics on the v3 dataset. Validation accuracy peaked at 95.0 % at epoch 5; subsequent divergence (train → 99.6 %, val ≈ 95 %) indicates overfitting on the 1 000-sample training set.</a:t>
            </a:r>
          </a:p>
        </p:txBody>
      </p:sp>
      <p:pic>
        <p:nvPicPr>
          <p:cNvPr id="71" name="Picture 70" descr="confusion_matrix.png"/>
          <p:cNvPicPr>
            <a:picLocks noChangeAspect="1"/>
          </p:cNvPicPr>
          <p:nvPr/>
        </p:nvPicPr>
        <p:blipFill>
          <a:blip r:embed="rId16"/>
          <a:stretch>
            <a:fillRect/>
          </a:stretch>
        </p:blipFill>
        <p:spPr>
          <a:xfrm>
            <a:off x="24423624" y="15457465"/>
            <a:ext cx="4754880" cy="4211193"/>
          </a:xfrm>
          <a:prstGeom prst="rect">
            <a:avLst/>
          </a:prstGeom>
        </p:spPr>
      </p:pic>
      <p:sp>
        <p:nvSpPr>
          <p:cNvPr id="72" name="TextBox 71"/>
          <p:cNvSpPr txBox="1"/>
          <p:nvPr/>
        </p:nvSpPr>
        <p:spPr>
          <a:xfrm>
            <a:off x="29407104" y="15457465"/>
            <a:ext cx="5431536" cy="4206240"/>
          </a:xfrm>
          <a:prstGeom prst="rect">
            <a:avLst/>
          </a:prstGeom>
          <a:noFill/>
          <a:ln>
            <a:noFill/>
          </a:ln>
        </p:spPr>
        <p:txBody>
          <a:bodyPr wrap="square" lIns="109728" rIns="109728" tIns="73152" bIns="73152">
            <a:spAutoFit/>
          </a:bodyPr>
          <a:lstStyle/>
          <a:p>
            <a:pPr algn="l"/>
            <a:r>
              <a:rPr sz="2100" b="0">
                <a:solidFill>
                  <a:srgbClr val="0E2841"/>
                </a:solidFill>
                <a:latin typeface="Calibri"/>
              </a:rPr>
              <a:t>The confusion matrix records 3 false alarms and 7 missed detections on the 200-sample balanced validation set.</a:t>
            </a:r>
          </a:p>
          <a:p>
            <a:pPr algn="l">
              <a:spcBef>
                <a:spcPts val="1000"/>
              </a:spcBef>
            </a:pPr>
            <a:r>
              <a:rPr sz="2000" b="0">
                <a:solidFill>
                  <a:srgbClr val="555555"/>
                </a:solidFill>
                <a:latin typeface="Calibri"/>
              </a:rPr>
              <a:t>The 7 missed detections correspond to the hardest physical regime: SIR ≥ 30 dB combined with element SNR = −5 dB, placing the quiet vessel at an output SNR of −20 dB — below the thermal noise floor. These cases are physically marginal and are not expected to be resolved without additional data or a larger array.</a:t>
            </a:r>
          </a:p>
          <a:p>
            <a:pPr algn="l">
              <a:spcBef>
                <a:spcPts val="1000"/>
              </a:spcBef>
            </a:pPr>
            <a:r>
              <a:rPr sz="2000" b="0">
                <a:solidFill>
                  <a:srgbClr val="196B24"/>
                </a:solidFill>
                <a:latin typeface="Calibri"/>
              </a:rPr>
              <a:t>The T1 objective is satisfied: 92.9 % recall was achieved on a dataset in which 58 % of two-target scenes exercise the SIR ≥ 23 dB sub-sidelobe regime.</a:t>
            </a:r>
          </a:p>
        </p:txBody>
      </p:sp>
      <p:sp>
        <p:nvSpPr>
          <p:cNvPr id="73" name="TextBox 72"/>
          <p:cNvSpPr txBox="1"/>
          <p:nvPr/>
        </p:nvSpPr>
        <p:spPr>
          <a:xfrm>
            <a:off x="24332184" y="20034416"/>
            <a:ext cx="10506456" cy="594360"/>
          </a:xfrm>
          <a:prstGeom prst="rect">
            <a:avLst/>
          </a:prstGeom>
          <a:noFill/>
          <a:ln>
            <a:noFill/>
          </a:ln>
        </p:spPr>
        <p:txBody>
          <a:bodyPr wrap="square" lIns="109728" rIns="109728" tIns="73152" bIns="73152">
            <a:spAutoFit/>
          </a:bodyPr>
          <a:lstStyle/>
          <a:p>
            <a:pPr algn="l"/>
            <a:r>
              <a:rPr sz="3400" b="1">
                <a:solidFill>
                  <a:srgbClr val="0E2841"/>
                </a:solidFill>
                <a:latin typeface="Calibri"/>
              </a:rPr>
              <a:t>Conclusions</a:t>
            </a:r>
          </a:p>
        </p:txBody>
      </p:sp>
      <p:sp>
        <p:nvSpPr>
          <p:cNvPr id="74" name="Rectangle 73"/>
          <p:cNvSpPr/>
          <p:nvPr/>
        </p:nvSpPr>
        <p:spPr>
          <a:xfrm>
            <a:off x="24332184" y="20583056"/>
            <a:ext cx="1828800" cy="6350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4332184" y="20829945"/>
            <a:ext cx="10506456" cy="2560320"/>
          </a:xfrm>
          <a:prstGeom prst="rect">
            <a:avLst/>
          </a:prstGeom>
          <a:noFill/>
          <a:ln>
            <a:noFill/>
          </a:ln>
        </p:spPr>
        <p:txBody>
          <a:bodyPr wrap="square" lIns="109728" rIns="109728" tIns="73152" bIns="73152">
            <a:spAutoFit/>
          </a:bodyPr>
          <a:lstStyle/>
          <a:p>
            <a:pPr algn="l"/>
            <a:r>
              <a:rPr sz="2100" b="0">
                <a:solidFill>
                  <a:srgbClr val="0E2841"/>
                </a:solidFill>
                <a:latin typeface="Calibri"/>
              </a:rPr>
              <a:t>DualBranchNet achieves 92.9 % recall on the physics-honest v3 dataset where 58 % of two-target scenes require sub-sidelobe detection at SIR ≥ 23 dB, demonstrating that joint spectral and angular fusion succeeds where energy thresholding fails.</a:t>
            </a:r>
          </a:p>
          <a:p>
            <a:pPr algn="l">
              <a:spcBef>
                <a:spcPts val="1100"/>
              </a:spcBef>
            </a:pPr>
            <a:r>
              <a:rPr sz="2100" b="0">
                <a:solidFill>
                  <a:srgbClr val="0E2841"/>
                </a:solidFill>
                <a:latin typeface="Calibri"/>
              </a:rPr>
              <a:t>Global fixed-range dB normalisation is essential: per-sample Z-score standardisation destroys inter-sample amplitude contrast, inflating v1/v2 validation accuracy to a trivial 100 % with no genuine generalisation.</a:t>
            </a:r>
          </a:p>
          <a:p>
            <a:pPr algn="l">
              <a:spcBef>
                <a:spcPts val="1100"/>
              </a:spcBef>
            </a:pPr>
            <a:r>
              <a:rPr sz="2100" b="0">
                <a:solidFill>
                  <a:srgbClr val="0E2841"/>
                </a:solidFill>
                <a:latin typeface="Calibri"/>
              </a:rPr>
              <a:t>Larger training datasets and augmentation are the key next step to close the train–validation gap (99.6 % vs. 95.0 %) and push recall toward 100 %.</a:t>
            </a:r>
          </a:p>
        </p:txBody>
      </p:sp>
    </p:spTree>
    <p:extLst>
      <p:ext uri="{BB962C8B-B14F-4D97-AF65-F5344CB8AC3E}">
        <p14:creationId xmlns:p14="http://schemas.microsoft.com/office/powerpoint/2010/main" val="211949437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844e0735-f53f-4baa-bd75-b10ae3a2bbd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3894B321F97984089F660A1B37BD856" ma:contentTypeVersion="8" ma:contentTypeDescription="Create a new document." ma:contentTypeScope="" ma:versionID="69f2837f18e45e11aaa12c857e6c5827">
  <xsd:schema xmlns:xsd="http://www.w3.org/2001/XMLSchema" xmlns:xs="http://www.w3.org/2001/XMLSchema" xmlns:p="http://schemas.microsoft.com/office/2006/metadata/properties" xmlns:ns3="844e0735-f53f-4baa-bd75-b10ae3a2bbdb" targetNamespace="http://schemas.microsoft.com/office/2006/metadata/properties" ma:root="true" ma:fieldsID="44cfe3dd05ba74ef950c29cbe3f766ab" ns3:_="">
    <xsd:import namespace="844e0735-f53f-4baa-bd75-b10ae3a2bbdb"/>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_activity" minOccurs="0"/>
                <xsd:element ref="ns3:MediaServiceDateTaken"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44e0735-f53f-4baa-bd75-b10ae3a2bbd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_activity" ma:index="12" nillable="true" ma:displayName="_activity" ma:hidden="true" ma:internalName="_activity">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2713F10-82D8-4B91-A273-2BA44EB6FF7B}">
  <ds:schemaRefs>
    <ds:schemaRef ds:uri="http://schemas.microsoft.com/office/2006/metadata/properties"/>
    <ds:schemaRef ds:uri="http://purl.org/dc/dcmitype/"/>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844e0735-f53f-4baa-bd75-b10ae3a2bbdb"/>
    <ds:schemaRef ds:uri="http://purl.org/dc/terms/"/>
  </ds:schemaRefs>
</ds:datastoreItem>
</file>

<file path=customXml/itemProps2.xml><?xml version="1.0" encoding="utf-8"?>
<ds:datastoreItem xmlns:ds="http://schemas.openxmlformats.org/officeDocument/2006/customXml" ds:itemID="{DAADE9C2-8609-4046-AFB7-2D78D2E3679D}">
  <ds:schemaRefs>
    <ds:schemaRef ds:uri="http://schemas.microsoft.com/sharepoint/v3/contenttype/forms"/>
  </ds:schemaRefs>
</ds:datastoreItem>
</file>

<file path=customXml/itemProps3.xml><?xml version="1.0" encoding="utf-8"?>
<ds:datastoreItem xmlns:ds="http://schemas.openxmlformats.org/officeDocument/2006/customXml" ds:itemID="{903E978F-3A35-4737-8BBB-B7BB0C7F7EB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44e0735-f53f-4baa-bd75-b10ae3a2bbd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133</TotalTime>
  <Words>539</Words>
  <Application>Microsoft Office PowerPoint</Application>
  <PresentationFormat>Custom</PresentationFormat>
  <Paragraphs>65</Paragraphs>
  <Slides>1</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10" baseType="lpstr">
      <vt:lpstr>Aptos</vt:lpstr>
      <vt:lpstr>Aptos Display</vt:lpstr>
      <vt:lpstr>Arial</vt:lpstr>
      <vt:lpstr>Calibri</vt:lpstr>
      <vt:lpstr>Georgia</vt:lpstr>
      <vt:lpstr>Open Sans Hebrew</vt:lpstr>
      <vt:lpstr>Tahoma</vt:lpstr>
      <vt:lpstr>Office Theme</vt:lpstr>
      <vt:lpstr>Document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 Ost</dc:creator>
  <cp:lastModifiedBy>Roi Raich</cp:lastModifiedBy>
  <cp:revision>17</cp:revision>
  <dcterms:created xsi:type="dcterms:W3CDTF">2025-05-10T11:28:38Z</dcterms:created>
  <dcterms:modified xsi:type="dcterms:W3CDTF">2025-12-25T08:50:52Z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0x01010063894B321F97984089F660A1B37BD856</vt:lpwstr>
  </property>
</Properties>
</file>